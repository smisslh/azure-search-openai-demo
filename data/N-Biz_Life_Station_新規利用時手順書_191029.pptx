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56" r:id="rId3"/>
    <p:sldId id="257" r:id="rId4"/>
    <p:sldId id="259" r:id="rId5"/>
    <p:sldId id="258" r:id="rId6"/>
    <p:sldId id="263" r:id="rId7"/>
    <p:sldId id="262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84DCD-0713-4C19-90D5-8B73D2C6CBEF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24430-8213-4A8A-AD07-843FC0973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869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524430-8213-4A8A-AD07-843FC09731F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90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5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94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87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43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70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6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78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50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37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61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79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B032D-6930-489D-B299-A126CB55FC52}" type="datetimeFigureOut">
              <a:rPr kumimoji="1" lang="ja-JP" altLang="en-US" smtClean="0"/>
              <a:t>2019/10/29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36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eb.n-bizlifestation.jp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835442" y="2663156"/>
            <a:ext cx="6128084" cy="1325563"/>
          </a:xfrm>
        </p:spPr>
        <p:txBody>
          <a:bodyPr/>
          <a:lstStyle/>
          <a:p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アカウント情報の登録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786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16301" y="180473"/>
            <a:ext cx="11463404" cy="553453"/>
          </a:xfrm>
        </p:spPr>
        <p:txBody>
          <a:bodyPr>
            <a:normAutofit/>
          </a:bodyPr>
          <a:lstStyle/>
          <a:p>
            <a:pPr algn="l"/>
            <a:r>
              <a:rPr lang="en-US" altLang="ja-JP" sz="2400" dirty="0" smtClean="0">
                <a:latin typeface="+mn-ea"/>
              </a:rPr>
              <a:t>①</a:t>
            </a:r>
            <a:r>
              <a:rPr lang="ja-JP" altLang="en-US" sz="2400" dirty="0" smtClean="0">
                <a:latin typeface="+mn-ea"/>
              </a:rPr>
              <a:t>　</a:t>
            </a:r>
            <a:r>
              <a:rPr lang="en-US" altLang="ja-JP" sz="2400" dirty="0" smtClean="0">
                <a:latin typeface="+mn-ea"/>
                <a:ea typeface="+mn-ea"/>
                <a:hlinkClick r:id="rId2"/>
              </a:rPr>
              <a:t>https</a:t>
            </a:r>
            <a:r>
              <a:rPr lang="en-US" altLang="ja-JP" sz="2400" dirty="0">
                <a:latin typeface="+mn-ea"/>
                <a:ea typeface="+mn-ea"/>
                <a:hlinkClick r:id="rId2"/>
              </a:rPr>
              <a:t>://</a:t>
            </a:r>
            <a:r>
              <a:rPr lang="en-US" altLang="ja-JP" sz="2400" dirty="0" smtClean="0">
                <a:latin typeface="+mn-ea"/>
                <a:ea typeface="+mn-ea"/>
                <a:hlinkClick r:id="rId2"/>
              </a:rPr>
              <a:t>web.n-bizlifestation.jp</a:t>
            </a:r>
            <a:r>
              <a:rPr lang="ja-JP" altLang="en-US" sz="2400" dirty="0" smtClean="0">
                <a:latin typeface="+mn-ea"/>
                <a:ea typeface="+mn-ea"/>
              </a:rPr>
              <a:t>　にアクセスする（</a:t>
            </a:r>
            <a:r>
              <a:rPr lang="ja-JP" altLang="en-US" sz="2400" dirty="0">
                <a:latin typeface="+mn-ea"/>
              </a:rPr>
              <a:t>「</a:t>
            </a:r>
            <a:r>
              <a:rPr lang="en-US" altLang="ja-JP" sz="2400" dirty="0">
                <a:latin typeface="+mn-ea"/>
              </a:rPr>
              <a:t>N-Biz Life Station</a:t>
            </a:r>
            <a:r>
              <a:rPr lang="ja-JP" altLang="en-US" sz="2400" dirty="0">
                <a:latin typeface="+mn-ea"/>
              </a:rPr>
              <a:t>」と検索しても可</a:t>
            </a:r>
            <a:r>
              <a:rPr lang="ja-JP" altLang="en-US" sz="2400" dirty="0" smtClean="0">
                <a:latin typeface="+mn-ea"/>
                <a:ea typeface="+mn-ea"/>
              </a:rPr>
              <a:t>）</a:t>
            </a:r>
            <a:endParaRPr kumimoji="1" lang="ja-JP" altLang="en-US" sz="2400" dirty="0">
              <a:latin typeface="+mn-ea"/>
              <a:ea typeface="+mn-ea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/>
          <a:srcRect t="8792"/>
          <a:stretch/>
        </p:blipFill>
        <p:spPr>
          <a:xfrm>
            <a:off x="423795" y="918280"/>
            <a:ext cx="11446650" cy="553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 rotWithShape="1">
          <a:blip r:embed="rId2"/>
          <a:srcRect t="8792"/>
          <a:stretch/>
        </p:blipFill>
        <p:spPr>
          <a:xfrm>
            <a:off x="547404" y="765843"/>
            <a:ext cx="11073127" cy="535017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26168" y="0"/>
            <a:ext cx="10515600" cy="765843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②「初めて利用される方」を押下</a:t>
            </a:r>
            <a:endParaRPr kumimoji="1" lang="ja-JP" altLang="en-US" sz="2400" dirty="0"/>
          </a:p>
        </p:txBody>
      </p:sp>
      <p:sp>
        <p:nvSpPr>
          <p:cNvPr id="8" name="角丸四角形 7"/>
          <p:cNvSpPr/>
          <p:nvPr/>
        </p:nvSpPr>
        <p:spPr>
          <a:xfrm>
            <a:off x="7194885" y="2923676"/>
            <a:ext cx="1323473" cy="2767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81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t="8744"/>
          <a:stretch/>
        </p:blipFill>
        <p:spPr>
          <a:xfrm>
            <a:off x="561474" y="697832"/>
            <a:ext cx="11012905" cy="574011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1474" y="124494"/>
            <a:ext cx="10515600" cy="573338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③「氏名コード」と「生年月日」を入力し、「次へ」を押下</a:t>
            </a:r>
            <a:endParaRPr kumimoji="1" lang="ja-JP" altLang="en-US" sz="2400" dirty="0"/>
          </a:p>
        </p:txBody>
      </p:sp>
      <p:sp>
        <p:nvSpPr>
          <p:cNvPr id="5" name="角丸四角形 4"/>
          <p:cNvSpPr/>
          <p:nvPr/>
        </p:nvSpPr>
        <p:spPr>
          <a:xfrm>
            <a:off x="1034717" y="1864897"/>
            <a:ext cx="4199020" cy="7700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934455" y="2634916"/>
            <a:ext cx="617619" cy="3343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吹き出し 8"/>
          <p:cNvSpPr/>
          <p:nvPr/>
        </p:nvSpPr>
        <p:spPr>
          <a:xfrm>
            <a:off x="5342019" y="1864897"/>
            <a:ext cx="2041359" cy="496661"/>
          </a:xfrm>
          <a:prstGeom prst="wedgeRoundRectCallout">
            <a:avLst>
              <a:gd name="adj1" fmla="val -66678"/>
              <a:gd name="adj2" fmla="val -17764"/>
              <a:gd name="adj3" fmla="val 16667"/>
            </a:avLst>
          </a:prstGeom>
          <a:solidFill>
            <a:sysClr val="window" lastClr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2000" dirty="0">
                <a:solidFill>
                  <a:sysClr val="windowText" lastClr="000000"/>
                </a:solidFill>
              </a:rPr>
              <a:t>健保番号と同じ</a:t>
            </a:r>
          </a:p>
        </p:txBody>
      </p:sp>
    </p:spTree>
    <p:extLst>
      <p:ext uri="{BB962C8B-B14F-4D97-AF65-F5344CB8AC3E}">
        <p14:creationId xmlns:p14="http://schemas.microsoft.com/office/powerpoint/2010/main" val="250111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2"/>
          <a:srcRect t="7589"/>
          <a:stretch/>
        </p:blipFill>
        <p:spPr>
          <a:xfrm>
            <a:off x="441157" y="665007"/>
            <a:ext cx="9963946" cy="595237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1157" y="151564"/>
            <a:ext cx="10515600" cy="597401"/>
          </a:xfrm>
        </p:spPr>
        <p:txBody>
          <a:bodyPr>
            <a:normAutofit/>
          </a:bodyPr>
          <a:lstStyle/>
          <a:p>
            <a:r>
              <a:rPr lang="ja-JP" altLang="en-US" sz="2400" dirty="0" smtClean="0"/>
              <a:t>④メールアドレスを登録する</a:t>
            </a:r>
            <a:endParaRPr kumimoji="1" lang="ja-JP" altLang="en-US" sz="2400" dirty="0"/>
          </a:p>
        </p:txBody>
      </p:sp>
      <p:sp>
        <p:nvSpPr>
          <p:cNvPr id="5" name="角丸四角形 4"/>
          <p:cNvSpPr/>
          <p:nvPr/>
        </p:nvSpPr>
        <p:spPr>
          <a:xfrm>
            <a:off x="655721" y="5902715"/>
            <a:ext cx="782052" cy="241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吹き出し 5"/>
          <p:cNvSpPr/>
          <p:nvPr/>
        </p:nvSpPr>
        <p:spPr>
          <a:xfrm>
            <a:off x="3801980" y="1395663"/>
            <a:ext cx="8217568" cy="1528011"/>
          </a:xfrm>
          <a:prstGeom prst="wedgeRoundRectCallout">
            <a:avLst>
              <a:gd name="adj1" fmla="val -49723"/>
              <a:gd name="adj2" fmla="val 320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800" b="1" dirty="0" smtClean="0">
                <a:solidFill>
                  <a:sysClr val="windowText" lastClr="000000"/>
                </a:solidFill>
                <a:latin typeface="+mn-ea"/>
              </a:rPr>
              <a:t>・スミスのアドレスを使用する場合は「メールアドレス変更</a:t>
            </a:r>
            <a:r>
              <a:rPr kumimoji="1" lang="ja-JP" altLang="en-US" sz="1800" b="1" dirty="0" smtClean="0">
                <a:solidFill>
                  <a:sysClr val="windowText" lastClr="000000"/>
                </a:solidFill>
                <a:latin typeface="+mn-ea"/>
              </a:rPr>
              <a:t>」</a:t>
            </a:r>
            <a:endParaRPr kumimoji="1" lang="en-US" altLang="ja-JP" sz="1800" b="1" dirty="0" smtClean="0">
              <a:solidFill>
                <a:sysClr val="windowText" lastClr="000000"/>
              </a:solidFill>
              <a:latin typeface="+mn-ea"/>
            </a:endParaRPr>
          </a:p>
          <a:p>
            <a:endParaRPr lang="en-US" altLang="ja-JP" sz="1800" b="1" dirty="0" smtClean="0">
              <a:solidFill>
                <a:sysClr val="windowText" lastClr="000000"/>
              </a:solidFill>
              <a:latin typeface="+mn-ea"/>
            </a:endParaRPr>
          </a:p>
          <a:p>
            <a:r>
              <a:rPr lang="ja-JP" altLang="en-US" sz="1800" b="1" dirty="0" smtClean="0">
                <a:solidFill>
                  <a:sysClr val="windowText" lastClr="000000"/>
                </a:solidFill>
                <a:latin typeface="+mn-ea"/>
              </a:rPr>
              <a:t>・</a:t>
            </a:r>
            <a:r>
              <a:rPr lang="ja-JP" altLang="en-US" sz="1800" b="1" dirty="0" smtClean="0">
                <a:solidFill>
                  <a:sysClr val="windowText" lastClr="000000"/>
                </a:solidFill>
                <a:latin typeface="+mn-ea"/>
              </a:rPr>
              <a:t>自宅等</a:t>
            </a:r>
            <a:r>
              <a:rPr lang="ja-JP" altLang="en-US" sz="1800" b="1" dirty="0" smtClean="0">
                <a:solidFill>
                  <a:sysClr val="windowText" lastClr="000000"/>
                </a:solidFill>
                <a:latin typeface="+mn-ea"/>
              </a:rPr>
              <a:t>スミス</a:t>
            </a:r>
            <a:r>
              <a:rPr lang="ja-JP" altLang="en-US" sz="1800" b="1" dirty="0">
                <a:solidFill>
                  <a:sysClr val="windowText" lastClr="000000"/>
                </a:solidFill>
                <a:latin typeface="+mn-ea"/>
              </a:rPr>
              <a:t>以外のアドレスを使用したい場合は「社員用以外のメールアドレス</a:t>
            </a:r>
            <a:r>
              <a:rPr lang="ja-JP" altLang="en-US" sz="1800" b="1" dirty="0" smtClean="0">
                <a:solidFill>
                  <a:sysClr val="windowText" lastClr="000000"/>
                </a:solidFill>
                <a:latin typeface="+mn-ea"/>
              </a:rPr>
              <a:t>」</a:t>
            </a:r>
            <a:endParaRPr lang="en-US" altLang="ja-JP" sz="1800" b="1" dirty="0" smtClean="0">
              <a:solidFill>
                <a:sysClr val="windowText" lastClr="000000"/>
              </a:solidFill>
              <a:latin typeface="+mn-ea"/>
            </a:endParaRPr>
          </a:p>
          <a:p>
            <a:r>
              <a:rPr lang="en-US" altLang="ja-JP" sz="1800" b="1" dirty="0" smtClean="0">
                <a:solidFill>
                  <a:srgbClr val="FF0000"/>
                </a:solidFill>
                <a:latin typeface="+mn-ea"/>
              </a:rPr>
              <a:t>※</a:t>
            </a:r>
            <a:r>
              <a:rPr lang="ja-JP" altLang="en-US" sz="1800" dirty="0">
                <a:solidFill>
                  <a:srgbClr val="FF0000"/>
                </a:solidFill>
                <a:latin typeface="+mn-ea"/>
              </a:rPr>
              <a:t>会社用とは異なるメールアドレスを登録するため</a:t>
            </a:r>
            <a:r>
              <a:rPr lang="ja-JP" altLang="en-US" sz="1800" dirty="0" smtClean="0">
                <a:solidFill>
                  <a:srgbClr val="FF0000"/>
                </a:solidFill>
                <a:latin typeface="+mn-ea"/>
              </a:rPr>
              <a:t>、認証</a:t>
            </a:r>
            <a:r>
              <a:rPr lang="ja-JP" altLang="en-US" sz="1800" dirty="0">
                <a:solidFill>
                  <a:srgbClr val="FF0000"/>
                </a:solidFill>
                <a:latin typeface="+mn-ea"/>
              </a:rPr>
              <a:t>に少々お時間をいただく場合がございます。</a:t>
            </a:r>
          </a:p>
          <a:p>
            <a:endParaRPr lang="ja-JP" altLang="en-US" sz="1600" b="1" dirty="0">
              <a:solidFill>
                <a:sysClr val="windowText" lastClr="000000"/>
              </a:solidFill>
              <a:latin typeface="+mn-ea"/>
            </a:endParaRPr>
          </a:p>
          <a:p>
            <a:pPr marL="457200" indent="-457200" algn="l">
              <a:buAutoNum type="arabicPeriod"/>
            </a:pPr>
            <a:endParaRPr kumimoji="1" lang="ja-JP" altLang="en-US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188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223" y="845218"/>
            <a:ext cx="5504576" cy="5858027"/>
          </a:xfrm>
          <a:prstGeom prst="rect">
            <a:avLst/>
          </a:prstGeom>
        </p:spPr>
      </p:pic>
      <p:sp>
        <p:nvSpPr>
          <p:cNvPr id="5" name="タイトル 1"/>
          <p:cNvSpPr>
            <a:spLocks noGrp="1"/>
          </p:cNvSpPr>
          <p:nvPr>
            <p:ph type="title"/>
          </p:nvPr>
        </p:nvSpPr>
        <p:spPr>
          <a:xfrm>
            <a:off x="441157" y="151564"/>
            <a:ext cx="10515600" cy="597401"/>
          </a:xfrm>
        </p:spPr>
        <p:txBody>
          <a:bodyPr>
            <a:normAutofit/>
          </a:bodyPr>
          <a:lstStyle/>
          <a:p>
            <a:r>
              <a:rPr lang="ja-JP" altLang="en-US" sz="2400" dirty="0" smtClean="0"/>
              <a:t>⑤アドレスが認証されるとメールが届きます（下記参照）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136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4589" y="220746"/>
            <a:ext cx="10515600" cy="657559"/>
          </a:xfrm>
        </p:spPr>
        <p:txBody>
          <a:bodyPr>
            <a:normAutofit/>
          </a:bodyPr>
          <a:lstStyle/>
          <a:p>
            <a:r>
              <a:rPr lang="ja-JP" altLang="en-US" sz="2400" dirty="0" smtClean="0"/>
              <a:t>⑥届いた</a:t>
            </a:r>
            <a:r>
              <a:rPr lang="ja-JP" altLang="en-US" sz="2400" dirty="0"/>
              <a:t>メールよりログインし、パスワード・秘密の質問を</a:t>
            </a:r>
            <a:r>
              <a:rPr lang="ja-JP" altLang="en-US" sz="2400" dirty="0" smtClean="0"/>
              <a:t>設定</a:t>
            </a:r>
            <a:endParaRPr kumimoji="1" lang="ja-JP" altLang="en-US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/>
          <a:srcRect t="7797"/>
          <a:stretch/>
        </p:blipFill>
        <p:spPr>
          <a:xfrm>
            <a:off x="996879" y="697831"/>
            <a:ext cx="9011515" cy="468805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4"/>
          <a:srcRect t="66017"/>
          <a:stretch/>
        </p:blipFill>
        <p:spPr>
          <a:xfrm>
            <a:off x="996879" y="5146410"/>
            <a:ext cx="9011515" cy="1603307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1341521" y="6251630"/>
            <a:ext cx="679784" cy="2574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2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/>
          </p:nvPr>
        </p:nvSpPr>
        <p:spPr>
          <a:xfrm>
            <a:off x="441157" y="151564"/>
            <a:ext cx="10515600" cy="597401"/>
          </a:xfrm>
        </p:spPr>
        <p:txBody>
          <a:bodyPr>
            <a:normAutofit/>
          </a:bodyPr>
          <a:lstStyle/>
          <a:p>
            <a:r>
              <a:rPr lang="ja-JP" altLang="en-US" sz="2400" dirty="0" smtClean="0"/>
              <a:t>⑦パスワード・秘密の質問が登録されるとメールが届きます（下記参照）</a:t>
            </a:r>
            <a:endParaRPr kumimoji="1" lang="ja-JP" altLang="en-US" sz="2400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506" y="953502"/>
            <a:ext cx="5149515" cy="5480168"/>
          </a:xfrm>
          <a:prstGeom prst="rect">
            <a:avLst/>
          </a:prstGeom>
        </p:spPr>
      </p:pic>
      <p:sp>
        <p:nvSpPr>
          <p:cNvPr id="7" name="角丸四角形吹き出し 6"/>
          <p:cNvSpPr/>
          <p:nvPr/>
        </p:nvSpPr>
        <p:spPr>
          <a:xfrm>
            <a:off x="6629401" y="5883442"/>
            <a:ext cx="5005137" cy="649705"/>
          </a:xfrm>
          <a:prstGeom prst="wedgeRoundRectCallout">
            <a:avLst>
              <a:gd name="adj1" fmla="val -49723"/>
              <a:gd name="adj2" fmla="val 320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400" b="1" dirty="0" smtClean="0">
                <a:solidFill>
                  <a:sysClr val="windowText" lastClr="000000"/>
                </a:solidFill>
                <a:latin typeface="+mn-ea"/>
              </a:rPr>
              <a:t>以上でアカウントの設定は完了です</a:t>
            </a:r>
            <a:endParaRPr lang="ja-JP" altLang="en-US" sz="2400" b="1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411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34652" y="2711283"/>
            <a:ext cx="6128084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ストレスチェックの実施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7307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716"/>
          </a:xfrm>
        </p:spPr>
        <p:txBody>
          <a:bodyPr>
            <a:normAutofit/>
          </a:bodyPr>
          <a:lstStyle/>
          <a:p>
            <a:r>
              <a:rPr kumimoji="1" lang="ja-JP" altLang="en-US" sz="2400" dirty="0" smtClean="0"/>
              <a:t>①先ほど設定したログイン</a:t>
            </a:r>
            <a:r>
              <a:rPr kumimoji="1" lang="en-US" altLang="ja-JP" sz="2400" dirty="0" smtClean="0"/>
              <a:t>ID</a:t>
            </a:r>
            <a:r>
              <a:rPr kumimoji="1" lang="ja-JP" altLang="en-US" sz="2400" dirty="0" smtClean="0"/>
              <a:t>とパスワードを使ってログインする</a:t>
            </a:r>
            <a:endParaRPr kumimoji="1" lang="ja-JP" altLang="en-US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8709"/>
          <a:stretch/>
        </p:blipFill>
        <p:spPr>
          <a:xfrm>
            <a:off x="961307" y="1082842"/>
            <a:ext cx="10269385" cy="5564044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3066836" y="1800558"/>
            <a:ext cx="3213648" cy="22781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762733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93821" y="313088"/>
            <a:ext cx="10515600" cy="585370"/>
          </a:xfrm>
        </p:spPr>
        <p:txBody>
          <a:bodyPr>
            <a:normAutofit/>
          </a:bodyPr>
          <a:lstStyle/>
          <a:p>
            <a:r>
              <a:rPr kumimoji="1" lang="ja-JP" altLang="en-US" sz="2400" dirty="0" smtClean="0"/>
              <a:t>②右上の「ヘルスケア」を押下</a:t>
            </a:r>
            <a:endParaRPr kumimoji="1" lang="ja-JP" altLang="en-US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8005"/>
          <a:stretch/>
        </p:blipFill>
        <p:spPr>
          <a:xfrm>
            <a:off x="785512" y="1000243"/>
            <a:ext cx="11028088" cy="5508841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10783324" y="1653912"/>
            <a:ext cx="1030276" cy="3433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66728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93821" y="292936"/>
            <a:ext cx="10515600" cy="549275"/>
          </a:xfrm>
        </p:spPr>
        <p:txBody>
          <a:bodyPr>
            <a:normAutofit/>
          </a:bodyPr>
          <a:lstStyle/>
          <a:p>
            <a:r>
              <a:rPr kumimoji="1" lang="ja-JP" altLang="en-US" sz="2400" dirty="0" smtClean="0"/>
              <a:t>③左側の「アンケート」から入って実施してください</a:t>
            </a:r>
            <a:endParaRPr kumimoji="1" lang="ja-JP" altLang="en-US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67" y="959227"/>
            <a:ext cx="8431501" cy="5630678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1334288" y="3569200"/>
            <a:ext cx="1830017" cy="7501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84110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186</Words>
  <Application>Microsoft Office PowerPoint</Application>
  <PresentationFormat>ワイド画面</PresentationFormat>
  <Paragraphs>19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ＭＳ Ｐゴシック</vt:lpstr>
      <vt:lpstr>Arial</vt:lpstr>
      <vt:lpstr>Calibri</vt:lpstr>
      <vt:lpstr>Calibri Light</vt:lpstr>
      <vt:lpstr>Office テーマ</vt:lpstr>
      <vt:lpstr>1.アカウント情報の登録</vt:lpstr>
      <vt:lpstr>①　https://web.n-bizlifestation.jp　にアクセスする（「N-Biz Life Station」と検索しても可）</vt:lpstr>
      <vt:lpstr>②「初めて利用される方」を押下</vt:lpstr>
      <vt:lpstr>③「氏名コード」と「生年月日」を入力し、「次へ」を押下</vt:lpstr>
      <vt:lpstr>④メールアドレスを登録する</vt:lpstr>
      <vt:lpstr>⑤アドレスが認証されるとメールが届きます（下記参照）</vt:lpstr>
      <vt:lpstr>⑥届いたメールよりログインし、パスワード・秘密の質問を設定</vt:lpstr>
      <vt:lpstr>⑦パスワード・秘密の質問が登録されるとメールが届きます（下記参照）</vt:lpstr>
      <vt:lpstr>2.ストレスチェックの実施</vt:lpstr>
      <vt:lpstr>①先ほど設定したログインIDとパスワードを使ってログインする</vt:lpstr>
      <vt:lpstr>②右上の「ヘルスケア」を押下</vt:lpstr>
      <vt:lpstr>③左側の「アンケート」から入って実施してください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【参考】インターネットサイトからのログイン方法(新規利用時)  ①https://web.n-bizlifestation.jpにアクセス。(「N-Biz Life Station」と検索しても可)  </dc:title>
  <dc:creator>池住 真紀</dc:creator>
  <cp:lastModifiedBy>池住 真紀</cp:lastModifiedBy>
  <cp:revision>11</cp:revision>
  <dcterms:created xsi:type="dcterms:W3CDTF">2019-10-29T02:25:06Z</dcterms:created>
  <dcterms:modified xsi:type="dcterms:W3CDTF">2019-10-29T06:10:18Z</dcterms:modified>
</cp:coreProperties>
</file>