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9" r:id="rId1"/>
    <p:sldMasterId id="2147483708" r:id="rId2"/>
    <p:sldMasterId id="2147483745" r:id="rId3"/>
    <p:sldMasterId id="2147483736" r:id="rId4"/>
    <p:sldMasterId id="2147483728" r:id="rId5"/>
  </p:sldMasterIdLst>
  <p:notesMasterIdLst>
    <p:notesMasterId r:id="rId13"/>
  </p:notesMasterIdLst>
  <p:handoutMasterIdLst>
    <p:handoutMasterId r:id="rId14"/>
  </p:handoutMasterIdLst>
  <p:sldIdLst>
    <p:sldId id="258" r:id="rId6"/>
    <p:sldId id="267" r:id="rId7"/>
    <p:sldId id="268" r:id="rId8"/>
    <p:sldId id="269" r:id="rId9"/>
    <p:sldId id="270" r:id="rId10"/>
    <p:sldId id="271" r:id="rId11"/>
    <p:sldId id="266" r:id="rId12"/>
  </p:sldIdLst>
  <p:sldSz cx="9906000" cy="6858000" type="A4"/>
  <p:notesSz cx="6858000" cy="9144000"/>
  <p:defaultTextStyle>
    <a:defPPr>
      <a:defRPr lang="ja-JP"/>
    </a:defPPr>
    <a:lvl1pPr marL="0" algn="l" defTabSz="925880" rtl="0" eaLnBrk="1" latinLnBrk="0" hangingPunct="1">
      <a:defRPr kumimoji="1" sz="1822" kern="1200">
        <a:solidFill>
          <a:schemeClr val="tx1"/>
        </a:solidFill>
        <a:latin typeface="+mn-lt"/>
        <a:ea typeface="+mn-ea"/>
        <a:cs typeface="+mn-cs"/>
      </a:defRPr>
    </a:lvl1pPr>
    <a:lvl2pPr marL="462940" algn="l" defTabSz="925880" rtl="0" eaLnBrk="1" latinLnBrk="0" hangingPunct="1">
      <a:defRPr kumimoji="1" sz="1822" kern="1200">
        <a:solidFill>
          <a:schemeClr val="tx1"/>
        </a:solidFill>
        <a:latin typeface="+mn-lt"/>
        <a:ea typeface="+mn-ea"/>
        <a:cs typeface="+mn-cs"/>
      </a:defRPr>
    </a:lvl2pPr>
    <a:lvl3pPr marL="925880" algn="l" defTabSz="925880" rtl="0" eaLnBrk="1" latinLnBrk="0" hangingPunct="1">
      <a:defRPr kumimoji="1" sz="1822" kern="1200">
        <a:solidFill>
          <a:schemeClr val="tx1"/>
        </a:solidFill>
        <a:latin typeface="+mn-lt"/>
        <a:ea typeface="+mn-ea"/>
        <a:cs typeface="+mn-cs"/>
      </a:defRPr>
    </a:lvl3pPr>
    <a:lvl4pPr marL="1388820" algn="l" defTabSz="925880" rtl="0" eaLnBrk="1" latinLnBrk="0" hangingPunct="1">
      <a:defRPr kumimoji="1" sz="1822" kern="1200">
        <a:solidFill>
          <a:schemeClr val="tx1"/>
        </a:solidFill>
        <a:latin typeface="+mn-lt"/>
        <a:ea typeface="+mn-ea"/>
        <a:cs typeface="+mn-cs"/>
      </a:defRPr>
    </a:lvl4pPr>
    <a:lvl5pPr marL="1851759" algn="l" defTabSz="925880" rtl="0" eaLnBrk="1" latinLnBrk="0" hangingPunct="1">
      <a:defRPr kumimoji="1" sz="1822" kern="1200">
        <a:solidFill>
          <a:schemeClr val="tx1"/>
        </a:solidFill>
        <a:latin typeface="+mn-lt"/>
        <a:ea typeface="+mn-ea"/>
        <a:cs typeface="+mn-cs"/>
      </a:defRPr>
    </a:lvl5pPr>
    <a:lvl6pPr marL="2314699" algn="l" defTabSz="925880" rtl="0" eaLnBrk="1" latinLnBrk="0" hangingPunct="1">
      <a:defRPr kumimoji="1" sz="1822" kern="1200">
        <a:solidFill>
          <a:schemeClr val="tx1"/>
        </a:solidFill>
        <a:latin typeface="+mn-lt"/>
        <a:ea typeface="+mn-ea"/>
        <a:cs typeface="+mn-cs"/>
      </a:defRPr>
    </a:lvl6pPr>
    <a:lvl7pPr marL="2777640" algn="l" defTabSz="925880" rtl="0" eaLnBrk="1" latinLnBrk="0" hangingPunct="1">
      <a:defRPr kumimoji="1" sz="1822" kern="1200">
        <a:solidFill>
          <a:schemeClr val="tx1"/>
        </a:solidFill>
        <a:latin typeface="+mn-lt"/>
        <a:ea typeface="+mn-ea"/>
        <a:cs typeface="+mn-cs"/>
      </a:defRPr>
    </a:lvl7pPr>
    <a:lvl8pPr marL="3240579" algn="l" defTabSz="925880" rtl="0" eaLnBrk="1" latinLnBrk="0" hangingPunct="1">
      <a:defRPr kumimoji="1" sz="1822" kern="1200">
        <a:solidFill>
          <a:schemeClr val="tx1"/>
        </a:solidFill>
        <a:latin typeface="+mn-lt"/>
        <a:ea typeface="+mn-ea"/>
        <a:cs typeface="+mn-cs"/>
      </a:defRPr>
    </a:lvl8pPr>
    <a:lvl9pPr marL="3703519" algn="l" defTabSz="925880" rtl="0" eaLnBrk="1" latinLnBrk="0" hangingPunct="1">
      <a:defRPr kumimoji="1" sz="182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izumi" initials="k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C1C1C"/>
    <a:srgbClr val="2C2C2C"/>
    <a:srgbClr val="000000"/>
    <a:srgbClr val="6785C1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3" autoAdjust="0"/>
    <p:restoredTop sz="94424" autoAdjust="0"/>
  </p:normalViewPr>
  <p:slideViewPr>
    <p:cSldViewPr snapToGrid="0" snapToObjects="1">
      <p:cViewPr>
        <p:scale>
          <a:sx n="47" d="100"/>
          <a:sy n="47" d="100"/>
        </p:scale>
        <p:origin x="1140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0" d="100"/>
          <a:sy n="90" d="100"/>
        </p:scale>
        <p:origin x="369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F4258-8B54-E846-A716-B40C4AB7CB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372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2020/10/15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25880" rtl="0" eaLnBrk="1" latinLnBrk="0" hangingPunct="1">
      <a:defRPr kumimoji="1" sz="1215" kern="1200">
        <a:solidFill>
          <a:schemeClr val="tx1"/>
        </a:solidFill>
        <a:latin typeface="+mn-lt"/>
        <a:ea typeface="+mn-ea"/>
        <a:cs typeface="+mn-cs"/>
      </a:defRPr>
    </a:lvl1pPr>
    <a:lvl2pPr marL="462940" algn="l" defTabSz="925880" rtl="0" eaLnBrk="1" latinLnBrk="0" hangingPunct="1">
      <a:defRPr kumimoji="1" sz="1215" kern="1200">
        <a:solidFill>
          <a:schemeClr val="tx1"/>
        </a:solidFill>
        <a:latin typeface="+mn-lt"/>
        <a:ea typeface="+mn-ea"/>
        <a:cs typeface="+mn-cs"/>
      </a:defRPr>
    </a:lvl2pPr>
    <a:lvl3pPr marL="925880" algn="l" defTabSz="925880" rtl="0" eaLnBrk="1" latinLnBrk="0" hangingPunct="1">
      <a:defRPr kumimoji="1" sz="1215" kern="1200">
        <a:solidFill>
          <a:schemeClr val="tx1"/>
        </a:solidFill>
        <a:latin typeface="+mn-lt"/>
        <a:ea typeface="+mn-ea"/>
        <a:cs typeface="+mn-cs"/>
      </a:defRPr>
    </a:lvl3pPr>
    <a:lvl4pPr marL="1388820" algn="l" defTabSz="925880" rtl="0" eaLnBrk="1" latinLnBrk="0" hangingPunct="1">
      <a:defRPr kumimoji="1" sz="1215" kern="1200">
        <a:solidFill>
          <a:schemeClr val="tx1"/>
        </a:solidFill>
        <a:latin typeface="+mn-lt"/>
        <a:ea typeface="+mn-ea"/>
        <a:cs typeface="+mn-cs"/>
      </a:defRPr>
    </a:lvl4pPr>
    <a:lvl5pPr marL="1851759" algn="l" defTabSz="925880" rtl="0" eaLnBrk="1" latinLnBrk="0" hangingPunct="1">
      <a:defRPr kumimoji="1" sz="1215" kern="1200">
        <a:solidFill>
          <a:schemeClr val="tx1"/>
        </a:solidFill>
        <a:latin typeface="+mn-lt"/>
        <a:ea typeface="+mn-ea"/>
        <a:cs typeface="+mn-cs"/>
      </a:defRPr>
    </a:lvl5pPr>
    <a:lvl6pPr marL="2314699" algn="l" defTabSz="925880" rtl="0" eaLnBrk="1" latinLnBrk="0" hangingPunct="1">
      <a:defRPr kumimoji="1" sz="1215" kern="1200">
        <a:solidFill>
          <a:schemeClr val="tx1"/>
        </a:solidFill>
        <a:latin typeface="+mn-lt"/>
        <a:ea typeface="+mn-ea"/>
        <a:cs typeface="+mn-cs"/>
      </a:defRPr>
    </a:lvl6pPr>
    <a:lvl7pPr marL="2777640" algn="l" defTabSz="925880" rtl="0" eaLnBrk="1" latinLnBrk="0" hangingPunct="1">
      <a:defRPr kumimoji="1" sz="1215" kern="1200">
        <a:solidFill>
          <a:schemeClr val="tx1"/>
        </a:solidFill>
        <a:latin typeface="+mn-lt"/>
        <a:ea typeface="+mn-ea"/>
        <a:cs typeface="+mn-cs"/>
      </a:defRPr>
    </a:lvl7pPr>
    <a:lvl8pPr marL="3240579" algn="l" defTabSz="925880" rtl="0" eaLnBrk="1" latinLnBrk="0" hangingPunct="1">
      <a:defRPr kumimoji="1" sz="1215" kern="1200">
        <a:solidFill>
          <a:schemeClr val="tx1"/>
        </a:solidFill>
        <a:latin typeface="+mn-lt"/>
        <a:ea typeface="+mn-ea"/>
        <a:cs typeface="+mn-cs"/>
      </a:defRPr>
    </a:lvl8pPr>
    <a:lvl9pPr marL="3703519" algn="l" defTabSz="925880" rtl="0" eaLnBrk="1" latinLnBrk="0" hangingPunct="1">
      <a:defRPr kumimoji="1" sz="12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955"/>
          <a:stretch/>
        </p:blipFill>
        <p:spPr>
          <a:xfrm>
            <a:off x="1" y="0"/>
            <a:ext cx="9905999" cy="6868800"/>
          </a:xfrm>
          <a:prstGeom prst="rect">
            <a:avLst/>
          </a:prstGeom>
        </p:spPr>
      </p:pic>
      <p:sp>
        <p:nvSpPr>
          <p:cNvPr id="11" name="正方形/長方形 10"/>
          <p:cNvSpPr/>
          <p:nvPr userDrawn="1"/>
        </p:nvSpPr>
        <p:spPr>
          <a:xfrm>
            <a:off x="1" y="4714043"/>
            <a:ext cx="9906000" cy="2154757"/>
          </a:xfrm>
          <a:prstGeom prst="rect">
            <a:avLst/>
          </a:prstGeom>
          <a:solidFill>
            <a:srgbClr val="6785C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0" i="0" dirty="0">
              <a:latin typeface="HGPGothicE" charset="-128"/>
              <a:ea typeface="HGPGothicE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1200"/>
            <a:ext cx="3575998" cy="6436801"/>
          </a:xfrm>
          <a:prstGeom prst="rect">
            <a:avLst/>
          </a:prstGeom>
        </p:spPr>
      </p:pic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2207568" y="4810096"/>
            <a:ext cx="7642112" cy="988424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>
              <a:defRPr lang="ja-JP" altLang="en-US" sz="2400" b="1" spc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lvl="0" indent="0" fontAlgn="ctr">
              <a:spcBef>
                <a:spcPts val="0"/>
              </a:spcBef>
              <a:buFont typeface="Arial" pitchFamily="34" charset="0"/>
              <a:buNone/>
            </a:pPr>
            <a:r>
              <a:rPr kumimoji="1" lang="ja-JP" altLang="en-US" dirty="0"/>
              <a:t>［</a:t>
            </a:r>
            <a:r>
              <a:rPr kumimoji="1" lang="ja-JP" altLang="en-US" dirty="0" smtClean="0"/>
              <a:t>タイトル］</a:t>
            </a:r>
            <a:endParaRPr kumimoji="1" lang="ja-JP" altLang="en-US" dirty="0"/>
          </a:p>
        </p:txBody>
      </p:sp>
      <p:sp>
        <p:nvSpPr>
          <p:cNvPr id="17" name="TextBox 12"/>
          <p:cNvSpPr txBox="1"/>
          <p:nvPr userDrawn="1"/>
        </p:nvSpPr>
        <p:spPr>
          <a:xfrm>
            <a:off x="7734300" y="6724937"/>
            <a:ext cx="2115379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xmlns="" id="{947A7B74-48AA-304D-8A41-3EA692EE52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07803" y="240668"/>
            <a:ext cx="2635200" cy="9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0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 userDrawn="1"/>
        </p:nvSpPr>
        <p:spPr>
          <a:xfrm>
            <a:off x="1" y="4714043"/>
            <a:ext cx="9906000" cy="21547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0" i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1200"/>
            <a:ext cx="3575998" cy="6436801"/>
          </a:xfrm>
          <a:prstGeom prst="rect">
            <a:avLst/>
          </a:prstGeom>
        </p:spPr>
      </p:pic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207568" y="4810096"/>
            <a:ext cx="7642112" cy="988424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>
              <a:defRPr lang="ja-JP" altLang="en-US" sz="2400" b="1" spc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lvl="0" indent="0" fontAlgn="ctr">
              <a:spcBef>
                <a:spcPts val="0"/>
              </a:spcBef>
              <a:buFont typeface="Arial" pitchFamily="34" charset="0"/>
              <a:buNone/>
            </a:pPr>
            <a:r>
              <a:rPr kumimoji="1" lang="ja-JP" altLang="en-US" dirty="0"/>
              <a:t>［</a:t>
            </a:r>
            <a:r>
              <a:rPr kumimoji="1" lang="ja-JP" altLang="en-US" dirty="0" smtClean="0"/>
              <a:t>タイトル］</a:t>
            </a:r>
            <a:endParaRPr kumimoji="1" lang="ja-JP" altLang="en-US" dirty="0"/>
          </a:p>
        </p:txBody>
      </p:sp>
      <p:sp>
        <p:nvSpPr>
          <p:cNvPr id="10" name="TextBox 12"/>
          <p:cNvSpPr txBox="1"/>
          <p:nvPr userDrawn="1"/>
        </p:nvSpPr>
        <p:spPr>
          <a:xfrm>
            <a:off x="7734300" y="6724937"/>
            <a:ext cx="2115379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="" xmlns:a16="http://schemas.microsoft.com/office/drawing/2014/main" id="{A6047BE2-75E4-8743-8BCD-19E0EC5A22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4375" y="254000"/>
            <a:ext cx="2635200" cy="9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6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="" xmlns:a16="http://schemas.microsoft.com/office/drawing/2014/main" id="{06ACBF3F-D8C8-49E5-AED6-9B2012FC0A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488" y="908050"/>
            <a:ext cx="8946000" cy="5256000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endParaRPr kumimoji="1" lang="en-US" altLang="ja-JP" dirty="0" smtClean="0"/>
          </a:p>
        </p:txBody>
      </p:sp>
      <p:sp>
        <p:nvSpPr>
          <p:cNvPr id="8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6" y="2902"/>
            <a:ext cx="9578639" cy="730799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400" b="1" spc="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226468" marR="0" lvl="0" indent="-226468" defTabSz="609555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 dirty="0" smtClean="0"/>
              <a:t>［目次］</a:t>
            </a:r>
            <a:endParaRPr kumimoji="1" lang="ja-JP" altLang="en-US" dirty="0"/>
          </a:p>
        </p:txBody>
      </p:sp>
      <p:sp>
        <p:nvSpPr>
          <p:cNvPr id="5" name="TextBox 12"/>
          <p:cNvSpPr txBox="1"/>
          <p:nvPr userDrawn="1"/>
        </p:nvSpPr>
        <p:spPr>
          <a:xfrm>
            <a:off x="2080172" y="6551482"/>
            <a:ext cx="1793328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711" y="6486264"/>
            <a:ext cx="1159714" cy="295200"/>
          </a:xfrm>
          <a:prstGeom prst="rect">
            <a:avLst/>
          </a:prstGeom>
        </p:spPr>
      </p:pic>
      <p:sp>
        <p:nvSpPr>
          <p:cNvPr id="7" name="TextBox 16"/>
          <p:cNvSpPr txBox="1"/>
          <p:nvPr userDrawn="1"/>
        </p:nvSpPr>
        <p:spPr>
          <a:xfrm>
            <a:off x="4680937" y="6551483"/>
            <a:ext cx="544563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200" b="0" i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200" b="0" i="0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46021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B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="" xmlns:a16="http://schemas.microsoft.com/office/drawing/2014/main" id="{06ACBF3F-D8C8-49E5-AED6-9B2012FC0A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488" y="908050"/>
            <a:ext cx="8946000" cy="5256000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endParaRPr kumimoji="1" lang="en-US" altLang="ja-JP" dirty="0" smtClean="0"/>
          </a:p>
        </p:txBody>
      </p:sp>
      <p:sp>
        <p:nvSpPr>
          <p:cNvPr id="8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6" y="2902"/>
            <a:ext cx="9578639" cy="730799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400" b="1" spc="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226468" marR="0" lvl="0" indent="-226468" defTabSz="609555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 dirty="0" smtClean="0"/>
              <a:t>［目次］</a:t>
            </a:r>
            <a:endParaRPr kumimoji="1" lang="ja-JP" altLang="en-US" dirty="0"/>
          </a:p>
        </p:txBody>
      </p:sp>
      <p:sp>
        <p:nvSpPr>
          <p:cNvPr id="5" name="TextBox 12"/>
          <p:cNvSpPr txBox="1"/>
          <p:nvPr userDrawn="1"/>
        </p:nvSpPr>
        <p:spPr>
          <a:xfrm>
            <a:off x="2080172" y="6551482"/>
            <a:ext cx="1793328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091" y="6499388"/>
            <a:ext cx="1178351" cy="296174"/>
          </a:xfrm>
          <a:prstGeom prst="rect">
            <a:avLst/>
          </a:prstGeom>
        </p:spPr>
      </p:pic>
      <p:sp>
        <p:nvSpPr>
          <p:cNvPr id="10" name="TextBox 16"/>
          <p:cNvSpPr txBox="1"/>
          <p:nvPr userDrawn="1"/>
        </p:nvSpPr>
        <p:spPr>
          <a:xfrm>
            <a:off x="4680937" y="6551483"/>
            <a:ext cx="544563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200" b="0" i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200" b="0" i="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9705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中扉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="" xmlns:a16="http://schemas.microsoft.com/office/drawing/2014/main" id="{998ED156-1AB5-4B96-BB64-69BB7DD751EA}"/>
              </a:ext>
            </a:extLst>
          </p:cNvPr>
          <p:cNvSpPr>
            <a:spLocks/>
          </p:cNvSpPr>
          <p:nvPr userDrawn="1"/>
        </p:nvSpPr>
        <p:spPr bwMode="auto">
          <a:xfrm>
            <a:off x="2580" y="0"/>
            <a:ext cx="4244809" cy="6858000"/>
          </a:xfrm>
          <a:custGeom>
            <a:avLst/>
            <a:gdLst>
              <a:gd name="T0" fmla="*/ 1111 w 1691"/>
              <a:gd name="T1" fmla="*/ 1108 h 2215"/>
              <a:gd name="T2" fmla="*/ 1108 w 1691"/>
              <a:gd name="T3" fmla="*/ 1108 h 2215"/>
              <a:gd name="T4" fmla="*/ 1108 w 1691"/>
              <a:gd name="T5" fmla="*/ 1102 h 2215"/>
              <a:gd name="T6" fmla="*/ 815 w 1691"/>
              <a:gd name="T7" fmla="*/ 569 h 2215"/>
              <a:gd name="T8" fmla="*/ 0 w 1691"/>
              <a:gd name="T9" fmla="*/ 0 h 2215"/>
              <a:gd name="T10" fmla="*/ 0 w 1691"/>
              <a:gd name="T11" fmla="*/ 1108 h 2215"/>
              <a:gd name="T12" fmla="*/ 0 w 1691"/>
              <a:gd name="T13" fmla="*/ 1213 h 2215"/>
              <a:gd name="T14" fmla="*/ 34 w 1691"/>
              <a:gd name="T15" fmla="*/ 1257 h 2215"/>
              <a:gd name="T16" fmla="*/ 522 w 1691"/>
              <a:gd name="T17" fmla="*/ 2215 h 2215"/>
              <a:gd name="T18" fmla="*/ 1108 w 1691"/>
              <a:gd name="T19" fmla="*/ 2215 h 2215"/>
              <a:gd name="T20" fmla="*/ 1691 w 1691"/>
              <a:gd name="T21" fmla="*/ 2215 h 2215"/>
              <a:gd name="T22" fmla="*/ 1111 w 1691"/>
              <a:gd name="T23" fmla="*/ 1108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91" h="2215">
                <a:moveTo>
                  <a:pt x="1111" y="1108"/>
                </a:moveTo>
                <a:cubicBezTo>
                  <a:pt x="1108" y="1108"/>
                  <a:pt x="1108" y="1108"/>
                  <a:pt x="1108" y="1108"/>
                </a:cubicBezTo>
                <a:cubicBezTo>
                  <a:pt x="1108" y="1102"/>
                  <a:pt x="1108" y="1102"/>
                  <a:pt x="1108" y="1102"/>
                </a:cubicBezTo>
                <a:cubicBezTo>
                  <a:pt x="965" y="833"/>
                  <a:pt x="857" y="635"/>
                  <a:pt x="815" y="569"/>
                </a:cubicBezTo>
                <a:cubicBezTo>
                  <a:pt x="624" y="269"/>
                  <a:pt x="397" y="50"/>
                  <a:pt x="0" y="0"/>
                </a:cubicBezTo>
                <a:cubicBezTo>
                  <a:pt x="0" y="1108"/>
                  <a:pt x="0" y="1108"/>
                  <a:pt x="0" y="1108"/>
                </a:cubicBezTo>
                <a:cubicBezTo>
                  <a:pt x="0" y="1213"/>
                  <a:pt x="0" y="1213"/>
                  <a:pt x="0" y="1213"/>
                </a:cubicBezTo>
                <a:cubicBezTo>
                  <a:pt x="13" y="1224"/>
                  <a:pt x="24" y="1239"/>
                  <a:pt x="34" y="1257"/>
                </a:cubicBezTo>
                <a:cubicBezTo>
                  <a:pt x="42" y="1273"/>
                  <a:pt x="250" y="1684"/>
                  <a:pt x="522" y="2215"/>
                </a:cubicBezTo>
                <a:cubicBezTo>
                  <a:pt x="1108" y="2215"/>
                  <a:pt x="1108" y="2215"/>
                  <a:pt x="1108" y="2215"/>
                </a:cubicBezTo>
                <a:cubicBezTo>
                  <a:pt x="1691" y="2215"/>
                  <a:pt x="1691" y="2215"/>
                  <a:pt x="1691" y="2215"/>
                </a:cubicBezTo>
                <a:cubicBezTo>
                  <a:pt x="1483" y="1814"/>
                  <a:pt x="1274" y="1415"/>
                  <a:pt x="1111" y="1108"/>
                </a:cubicBezTo>
                <a:close/>
              </a:path>
            </a:pathLst>
          </a:custGeom>
          <a:solidFill>
            <a:srgbClr val="7792C7"/>
          </a:solidFill>
          <a:ln>
            <a:noFill/>
          </a:ln>
        </p:spPr>
        <p:txBody>
          <a:bodyPr vert="horz" wrap="square" lIns="74295" tIns="37148" rIns="74295" bIns="37148" numCol="1" anchor="t" anchorCtr="0" compatLnSpc="1">
            <a:prstTxWarp prst="textNoShape">
              <a:avLst/>
            </a:prstTxWarp>
          </a:bodyPr>
          <a:lstStyle/>
          <a:p>
            <a:endParaRPr lang="en-US" sz="148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="" xmlns:a16="http://schemas.microsoft.com/office/drawing/2014/main" id="{D6DFEA91-6D5D-4821-BB70-31F926CD2D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1823" y="6556248"/>
            <a:ext cx="542354" cy="182880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algn="ctr"/>
            <a:fld id="{92EA2340-BE12-4138-BE15-7C339B03EB4B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="" xmlns:a16="http://schemas.microsoft.com/office/drawing/2014/main" id="{34AEFB69-85BA-4D0C-BFA2-34ABA6779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19450" y="1295400"/>
            <a:ext cx="6129338" cy="4343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95264" indent="0">
              <a:buNone/>
              <a:defRPr>
                <a:solidFill>
                  <a:schemeClr val="bg1"/>
                </a:solidFill>
              </a:defRPr>
            </a:lvl2pPr>
            <a:lvl3pPr marL="990526" indent="0">
              <a:buNone/>
              <a:defRPr>
                <a:solidFill>
                  <a:schemeClr val="bg1"/>
                </a:solidFill>
              </a:defRPr>
            </a:lvl3pPr>
            <a:lvl4pPr marL="1485788" indent="0">
              <a:buNone/>
              <a:defRPr>
                <a:solidFill>
                  <a:schemeClr val="bg1"/>
                </a:solidFill>
              </a:defRPr>
            </a:lvl4pPr>
            <a:lvl5pPr marL="19810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[</a:t>
            </a:r>
            <a:r>
              <a:rPr lang="ja-JP" altLang="en-US" dirty="0" smtClean="0"/>
              <a:t>タイトル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10" name="TextBox 12"/>
          <p:cNvSpPr txBox="1"/>
          <p:nvPr userDrawn="1"/>
        </p:nvSpPr>
        <p:spPr>
          <a:xfrm>
            <a:off x="581296" y="6593331"/>
            <a:ext cx="255905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495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091" y="6499388"/>
            <a:ext cx="1178351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9401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92">
          <p15:clr>
            <a:srgbClr val="FBAE40"/>
          </p15:clr>
        </p15:guide>
        <p15:guide id="3" pos="748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中扉B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="" xmlns:a16="http://schemas.microsoft.com/office/drawing/2014/main" id="{998ED156-1AB5-4B96-BB64-69BB7DD751EA}"/>
              </a:ext>
            </a:extLst>
          </p:cNvPr>
          <p:cNvSpPr>
            <a:spLocks/>
          </p:cNvSpPr>
          <p:nvPr userDrawn="1"/>
        </p:nvSpPr>
        <p:spPr bwMode="auto">
          <a:xfrm>
            <a:off x="2580" y="0"/>
            <a:ext cx="4244809" cy="6858000"/>
          </a:xfrm>
          <a:custGeom>
            <a:avLst/>
            <a:gdLst>
              <a:gd name="T0" fmla="*/ 1111 w 1691"/>
              <a:gd name="T1" fmla="*/ 1108 h 2215"/>
              <a:gd name="T2" fmla="*/ 1108 w 1691"/>
              <a:gd name="T3" fmla="*/ 1108 h 2215"/>
              <a:gd name="T4" fmla="*/ 1108 w 1691"/>
              <a:gd name="T5" fmla="*/ 1102 h 2215"/>
              <a:gd name="T6" fmla="*/ 815 w 1691"/>
              <a:gd name="T7" fmla="*/ 569 h 2215"/>
              <a:gd name="T8" fmla="*/ 0 w 1691"/>
              <a:gd name="T9" fmla="*/ 0 h 2215"/>
              <a:gd name="T10" fmla="*/ 0 w 1691"/>
              <a:gd name="T11" fmla="*/ 1108 h 2215"/>
              <a:gd name="T12" fmla="*/ 0 w 1691"/>
              <a:gd name="T13" fmla="*/ 1213 h 2215"/>
              <a:gd name="T14" fmla="*/ 34 w 1691"/>
              <a:gd name="T15" fmla="*/ 1257 h 2215"/>
              <a:gd name="T16" fmla="*/ 522 w 1691"/>
              <a:gd name="T17" fmla="*/ 2215 h 2215"/>
              <a:gd name="T18" fmla="*/ 1108 w 1691"/>
              <a:gd name="T19" fmla="*/ 2215 h 2215"/>
              <a:gd name="T20" fmla="*/ 1691 w 1691"/>
              <a:gd name="T21" fmla="*/ 2215 h 2215"/>
              <a:gd name="T22" fmla="*/ 1111 w 1691"/>
              <a:gd name="T23" fmla="*/ 1108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91" h="2215">
                <a:moveTo>
                  <a:pt x="1111" y="1108"/>
                </a:moveTo>
                <a:cubicBezTo>
                  <a:pt x="1108" y="1108"/>
                  <a:pt x="1108" y="1108"/>
                  <a:pt x="1108" y="1108"/>
                </a:cubicBezTo>
                <a:cubicBezTo>
                  <a:pt x="1108" y="1102"/>
                  <a:pt x="1108" y="1102"/>
                  <a:pt x="1108" y="1102"/>
                </a:cubicBezTo>
                <a:cubicBezTo>
                  <a:pt x="965" y="833"/>
                  <a:pt x="857" y="635"/>
                  <a:pt x="815" y="569"/>
                </a:cubicBezTo>
                <a:cubicBezTo>
                  <a:pt x="624" y="269"/>
                  <a:pt x="397" y="50"/>
                  <a:pt x="0" y="0"/>
                </a:cubicBezTo>
                <a:cubicBezTo>
                  <a:pt x="0" y="1108"/>
                  <a:pt x="0" y="1108"/>
                  <a:pt x="0" y="1108"/>
                </a:cubicBezTo>
                <a:cubicBezTo>
                  <a:pt x="0" y="1213"/>
                  <a:pt x="0" y="1213"/>
                  <a:pt x="0" y="1213"/>
                </a:cubicBezTo>
                <a:cubicBezTo>
                  <a:pt x="13" y="1224"/>
                  <a:pt x="24" y="1239"/>
                  <a:pt x="34" y="1257"/>
                </a:cubicBezTo>
                <a:cubicBezTo>
                  <a:pt x="42" y="1273"/>
                  <a:pt x="250" y="1684"/>
                  <a:pt x="522" y="2215"/>
                </a:cubicBezTo>
                <a:cubicBezTo>
                  <a:pt x="1108" y="2215"/>
                  <a:pt x="1108" y="2215"/>
                  <a:pt x="1108" y="2215"/>
                </a:cubicBezTo>
                <a:cubicBezTo>
                  <a:pt x="1691" y="2215"/>
                  <a:pt x="1691" y="2215"/>
                  <a:pt x="1691" y="2215"/>
                </a:cubicBezTo>
                <a:cubicBezTo>
                  <a:pt x="1483" y="1814"/>
                  <a:pt x="1274" y="1415"/>
                  <a:pt x="1111" y="1108"/>
                </a:cubicBezTo>
                <a:close/>
              </a:path>
            </a:pathLst>
          </a:custGeom>
          <a:solidFill>
            <a:srgbClr val="2C2C2C"/>
          </a:solidFill>
          <a:ln>
            <a:noFill/>
          </a:ln>
        </p:spPr>
        <p:txBody>
          <a:bodyPr vert="horz" wrap="square" lIns="74295" tIns="37148" rIns="74295" bIns="37148" numCol="1" anchor="t" anchorCtr="0" compatLnSpc="1">
            <a:prstTxWarp prst="textNoShape">
              <a:avLst/>
            </a:prstTxWarp>
          </a:bodyPr>
          <a:lstStyle/>
          <a:p>
            <a:endParaRPr lang="en-US" sz="1480"/>
          </a:p>
        </p:txBody>
      </p:sp>
      <p:sp>
        <p:nvSpPr>
          <p:cNvPr id="8" name="Slide Number Placeholder 2">
            <a:extLst>
              <a:ext uri="{FF2B5EF4-FFF2-40B4-BE49-F238E27FC236}">
                <a16:creationId xmlns="" xmlns:a16="http://schemas.microsoft.com/office/drawing/2014/main" id="{D6DFEA91-6D5D-4821-BB70-31F926CD2D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1823" y="6556248"/>
            <a:ext cx="542354" cy="182880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algn="ctr"/>
            <a:fld id="{92EA2340-BE12-4138-BE15-7C339B03EB4B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="" xmlns:a16="http://schemas.microsoft.com/office/drawing/2014/main" id="{34AEFB69-85BA-4D0C-BFA2-34ABA6779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19450" y="1295400"/>
            <a:ext cx="6129338" cy="4343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95264" indent="0">
              <a:buNone/>
              <a:defRPr>
                <a:solidFill>
                  <a:schemeClr val="bg1"/>
                </a:solidFill>
              </a:defRPr>
            </a:lvl2pPr>
            <a:lvl3pPr marL="990526" indent="0">
              <a:buNone/>
              <a:defRPr>
                <a:solidFill>
                  <a:schemeClr val="bg1"/>
                </a:solidFill>
              </a:defRPr>
            </a:lvl3pPr>
            <a:lvl4pPr marL="1485788" indent="0">
              <a:buNone/>
              <a:defRPr>
                <a:solidFill>
                  <a:schemeClr val="bg1"/>
                </a:solidFill>
              </a:defRPr>
            </a:lvl4pPr>
            <a:lvl5pPr marL="19810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[</a:t>
            </a:r>
            <a:r>
              <a:rPr lang="ja-JP" altLang="en-US" dirty="0" smtClean="0"/>
              <a:t>タイトル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10" name="TextBox 12"/>
          <p:cNvSpPr txBox="1"/>
          <p:nvPr userDrawn="1"/>
        </p:nvSpPr>
        <p:spPr>
          <a:xfrm>
            <a:off x="581296" y="6593331"/>
            <a:ext cx="255905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495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091" y="6499388"/>
            <a:ext cx="1178351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119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92">
          <p15:clr>
            <a:srgbClr val="FBAE40"/>
          </p15:clr>
        </p15:guide>
        <p15:guide id="3" pos="748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"/>
          <p:cNvSpPr/>
          <p:nvPr userDrawn="1"/>
        </p:nvSpPr>
        <p:spPr>
          <a:xfrm>
            <a:off x="0" y="0"/>
            <a:ext cx="9906000" cy="73370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270" tIns="35100" rIns="68270" bIns="34135" rtlCol="0" anchor="ctr">
            <a:normAutofit/>
          </a:bodyPr>
          <a:lstStyle/>
          <a:p>
            <a:pPr algn="ctr"/>
            <a:endParaRPr lang="en-US" sz="1480" dirty="0"/>
          </a:p>
        </p:txBody>
      </p:sp>
      <p:sp>
        <p:nvSpPr>
          <p:cNvPr id="11" name="タイトル 1"/>
          <p:cNvSpPr>
            <a:spLocks noGrp="1"/>
          </p:cNvSpPr>
          <p:nvPr>
            <p:ph type="title" hasCustomPrompt="1"/>
          </p:nvPr>
        </p:nvSpPr>
        <p:spPr>
          <a:xfrm>
            <a:off x="139903" y="0"/>
            <a:ext cx="962325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 marL="0" indent="0">
              <a:defRPr kumimoji="1" lang="ja-JP" altLang="en-US" sz="2400" b="1" i="0" kern="1200" spc="0" baseline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184005" marR="0" lvl="0" indent="-184005" algn="l" defTabSz="4952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None/>
              <a:tabLst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xmlns="" id="{3DC7A6FB-DEB1-4E3B-A893-0522D7EE0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6790" y="908050"/>
            <a:ext cx="9029475" cy="525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Rectangle 17"/>
          <p:cNvSpPr/>
          <p:nvPr userDrawn="1"/>
        </p:nvSpPr>
        <p:spPr>
          <a:xfrm>
            <a:off x="0" y="6434124"/>
            <a:ext cx="9906000" cy="424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950" b="0" i="0" dirty="0">
              <a:solidFill>
                <a:schemeClr val="tx1"/>
              </a:solidFill>
              <a:latin typeface="HGPGothicE" charset="-128"/>
              <a:ea typeface="HGPGothicE" charset="-128"/>
            </a:endParaRPr>
          </a:p>
        </p:txBody>
      </p:sp>
      <p:sp>
        <p:nvSpPr>
          <p:cNvPr id="14" name="TextBox 12"/>
          <p:cNvSpPr txBox="1"/>
          <p:nvPr userDrawn="1"/>
        </p:nvSpPr>
        <p:spPr>
          <a:xfrm>
            <a:off x="581296" y="6593331"/>
            <a:ext cx="255905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495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sp>
        <p:nvSpPr>
          <p:cNvPr id="15" name="TextBox 16"/>
          <p:cNvSpPr txBox="1"/>
          <p:nvPr userDrawn="1"/>
        </p:nvSpPr>
        <p:spPr>
          <a:xfrm>
            <a:off x="4680937" y="6551483"/>
            <a:ext cx="544563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200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200" b="0" i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091" y="6499388"/>
            <a:ext cx="1178351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3365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/>
          <p:cNvSpPr>
            <a:spLocks noGrp="1"/>
          </p:cNvSpPr>
          <p:nvPr>
            <p:ph type="title" hasCustomPrompt="1"/>
          </p:nvPr>
        </p:nvSpPr>
        <p:spPr>
          <a:xfrm>
            <a:off x="139903" y="0"/>
            <a:ext cx="962325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400" b="1" spc="0">
                <a:solidFill>
                  <a:srgbClr val="6785C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184005" marR="0" lvl="0" indent="-184005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xmlns="" id="{3DC7A6FB-DEB1-4E3B-A893-0522D7EE0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6790" y="908050"/>
            <a:ext cx="9029475" cy="525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Rectangle 17"/>
          <p:cNvSpPr/>
          <p:nvPr userDrawn="1"/>
        </p:nvSpPr>
        <p:spPr>
          <a:xfrm>
            <a:off x="0" y="6434124"/>
            <a:ext cx="9906000" cy="424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950" b="0" i="0" dirty="0">
              <a:solidFill>
                <a:schemeClr val="tx1"/>
              </a:solidFill>
              <a:latin typeface="HGPGothicE" charset="-128"/>
              <a:ea typeface="HGPGothicE" charset="-128"/>
            </a:endParaRPr>
          </a:p>
        </p:txBody>
      </p:sp>
      <p:sp>
        <p:nvSpPr>
          <p:cNvPr id="8" name="TextBox 12"/>
          <p:cNvSpPr txBox="1"/>
          <p:nvPr userDrawn="1"/>
        </p:nvSpPr>
        <p:spPr>
          <a:xfrm>
            <a:off x="581296" y="6593331"/>
            <a:ext cx="255905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495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sp>
        <p:nvSpPr>
          <p:cNvPr id="9" name="TextBox 16"/>
          <p:cNvSpPr txBox="1"/>
          <p:nvPr userDrawn="1"/>
        </p:nvSpPr>
        <p:spPr>
          <a:xfrm>
            <a:off x="4680937" y="6551483"/>
            <a:ext cx="544563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200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200" b="0" i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091" y="6499388"/>
            <a:ext cx="1178351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7464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コンテンツC">
    <p:bg>
      <p:bgPr>
        <a:gradFill>
          <a:gsLst>
            <a:gs pos="0">
              <a:srgbClr val="616161"/>
            </a:gs>
            <a:gs pos="50000">
              <a:srgbClr val="494949"/>
            </a:gs>
            <a:gs pos="100000">
              <a:srgbClr val="32323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139903" y="0"/>
            <a:ext cx="962325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400" b="1" spc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184005" marR="0" lvl="0" indent="-184005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14" name="TextBox 12"/>
          <p:cNvSpPr txBox="1"/>
          <p:nvPr userDrawn="1"/>
        </p:nvSpPr>
        <p:spPr>
          <a:xfrm>
            <a:off x="581296" y="6593331"/>
            <a:ext cx="255905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495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sp>
        <p:nvSpPr>
          <p:cNvPr id="15" name="TextBox 16"/>
          <p:cNvSpPr txBox="1"/>
          <p:nvPr userDrawn="1"/>
        </p:nvSpPr>
        <p:spPr>
          <a:xfrm>
            <a:off x="4680937" y="6551483"/>
            <a:ext cx="544563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200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200" b="0" i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xmlns="" id="{3DC7A6FB-DEB1-4E3B-A893-0522D7EE0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6790" y="908050"/>
            <a:ext cx="9029475" cy="525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091" y="6499388"/>
            <a:ext cx="1178351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640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="" xmlns:a16="http://schemas.microsoft.com/office/drawing/2014/main" id="{ACADA7E2-D9D3-BC40-8FC4-799425A047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0200" y="2715950"/>
            <a:ext cx="4125600" cy="1413400"/>
          </a:xfrm>
          <a:prstGeom prst="rect">
            <a:avLst/>
          </a:prstGeom>
        </p:spPr>
      </p:pic>
      <p:sp>
        <p:nvSpPr>
          <p:cNvPr id="5" name="TextBox 12"/>
          <p:cNvSpPr txBox="1"/>
          <p:nvPr userDrawn="1"/>
        </p:nvSpPr>
        <p:spPr>
          <a:xfrm>
            <a:off x="7785100" y="6580945"/>
            <a:ext cx="1985371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495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</p:spTree>
    <p:extLst>
      <p:ext uri="{BB962C8B-B14F-4D97-AF65-F5344CB8AC3E}">
        <p14:creationId xmlns:p14="http://schemas.microsoft.com/office/powerpoint/2010/main" val="273770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B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2"/>
          <p:cNvSpPr txBox="1"/>
          <p:nvPr userDrawn="1"/>
        </p:nvSpPr>
        <p:spPr>
          <a:xfrm>
            <a:off x="7785100" y="6580945"/>
            <a:ext cx="1985371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495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© </a:t>
            </a:r>
            <a:r>
              <a:rPr kumimoji="0" lang="en-US" altLang="ja-JP" sz="800" b="0" i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2020 </a:t>
            </a:r>
            <a:r>
              <a:rPr kumimoji="0" lang="en-US" altLang="ja-JP" sz="800" b="0" i="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NTT DATA Corporation</a:t>
            </a:r>
          </a:p>
        </p:txBody>
      </p:sp>
      <p:pic>
        <p:nvPicPr>
          <p:cNvPr id="4" name="図 12">
            <a:extLst>
              <a:ext uri="{FF2B5EF4-FFF2-40B4-BE49-F238E27FC236}">
                <a16:creationId xmlns="" xmlns:a16="http://schemas.microsoft.com/office/drawing/2014/main" id="{97CA28FC-98C8-42DD-9BDF-1E0E15F661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9500" y="2720338"/>
            <a:ext cx="4127000" cy="141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194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8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</p:sldLayoutIdLst>
  <p:hf hdr="0" ftr="0" dt="0"/>
  <p:txStyles>
    <p:titleStyle>
      <a:lvl1pPr algn="l" defTabSz="484862" rtl="0" eaLnBrk="1" fontAlgn="base" hangingPunct="1">
        <a:spcBef>
          <a:spcPct val="0"/>
        </a:spcBef>
        <a:spcAft>
          <a:spcPct val="0"/>
        </a:spcAft>
        <a:defRPr kumimoji="1" sz="1909" b="0" i="0" kern="1200" spc="160" baseline="0">
          <a:solidFill>
            <a:srgbClr val="404040"/>
          </a:solidFill>
          <a:latin typeface="HGPGothicE" charset="-128"/>
          <a:ea typeface="HGPGothicE" charset="-128"/>
          <a:cs typeface="HGPGothicE" charset="-128"/>
        </a:defRPr>
      </a:lvl1pPr>
      <a:lvl2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484862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969727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454588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1939450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180141" indent="-180141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545" kern="1200">
          <a:solidFill>
            <a:schemeClr val="tx1"/>
          </a:solidFill>
          <a:latin typeface="Arial"/>
          <a:ea typeface="+mn-ea"/>
          <a:cs typeface="Arial"/>
        </a:defRPr>
      </a:lvl1pPr>
      <a:lvl2pPr marL="723926" indent="-239063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2pPr>
      <a:lvl3pPr marL="1156599" indent="-186874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3pPr>
      <a:lvl4pPr marL="1638094" indent="-183509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4pPr>
      <a:lvl5pPr marL="2121273" indent="-181825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5pPr>
      <a:lvl6pPr marL="266674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6pPr>
      <a:lvl7pPr marL="3151607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7pPr>
      <a:lvl8pPr marL="3636468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8pPr>
      <a:lvl9pPr marL="412133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1pPr>
      <a:lvl2pPr marL="484862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2pPr>
      <a:lvl3pPr marL="969727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3pPr>
      <a:lvl4pPr marL="1454588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4pPr>
      <a:lvl5pPr marL="193945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5pPr>
      <a:lvl6pPr marL="2424313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6pPr>
      <a:lvl7pPr marL="2909175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7pPr>
      <a:lvl8pPr marL="3394036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8pPr>
      <a:lvl9pPr marL="3878899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83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13690"/>
            <a:ext cx="2080171" cy="374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7" r:id="rId2"/>
  </p:sldLayoutIdLst>
  <p:hf hdr="0" ftr="0" dt="0"/>
  <p:txStyles>
    <p:titleStyle>
      <a:lvl1pPr algn="l" defTabSz="484862" rtl="0" eaLnBrk="1" fontAlgn="base" hangingPunct="1">
        <a:spcBef>
          <a:spcPct val="0"/>
        </a:spcBef>
        <a:spcAft>
          <a:spcPct val="0"/>
        </a:spcAft>
        <a:defRPr kumimoji="1" sz="1909" b="0" i="0" kern="1200" spc="160" baseline="0">
          <a:solidFill>
            <a:srgbClr val="404040"/>
          </a:solidFill>
          <a:latin typeface="HGPGothicE" charset="-128"/>
          <a:ea typeface="HGPGothicE" charset="-128"/>
          <a:cs typeface="HGPGothicE" charset="-128"/>
        </a:defRPr>
      </a:lvl1pPr>
      <a:lvl2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484862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969727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454588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1939450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180141" indent="-180141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545" kern="1200">
          <a:solidFill>
            <a:schemeClr val="tx1"/>
          </a:solidFill>
          <a:latin typeface="Arial"/>
          <a:ea typeface="+mn-ea"/>
          <a:cs typeface="Arial"/>
        </a:defRPr>
      </a:lvl1pPr>
      <a:lvl2pPr marL="723926" indent="-239063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2pPr>
      <a:lvl3pPr marL="1156599" indent="-186874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3pPr>
      <a:lvl4pPr marL="1638094" indent="-183509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4pPr>
      <a:lvl5pPr marL="2121273" indent="-181825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5pPr>
      <a:lvl6pPr marL="266674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6pPr>
      <a:lvl7pPr marL="3151607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7pPr>
      <a:lvl8pPr marL="3636468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8pPr>
      <a:lvl9pPr marL="412133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1pPr>
      <a:lvl2pPr marL="484862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2pPr>
      <a:lvl3pPr marL="969727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3pPr>
      <a:lvl4pPr marL="1454588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4pPr>
      <a:lvl5pPr marL="193945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5pPr>
      <a:lvl6pPr marL="2424313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6pPr>
      <a:lvl7pPr marL="2909175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7pPr>
      <a:lvl8pPr marL="3394036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8pPr>
      <a:lvl9pPr marL="3878899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83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73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8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kumimoji="1"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kumimoji="1"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48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kumimoji="1"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kumimoji="1"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13690"/>
            <a:ext cx="2080171" cy="374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2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84862" rtl="0" eaLnBrk="1" fontAlgn="base" hangingPunct="1">
        <a:spcBef>
          <a:spcPct val="0"/>
        </a:spcBef>
        <a:spcAft>
          <a:spcPct val="0"/>
        </a:spcAft>
        <a:defRPr kumimoji="1" sz="1909" b="0" i="0" kern="1200" spc="160" baseline="0">
          <a:solidFill>
            <a:srgbClr val="404040"/>
          </a:solidFill>
          <a:latin typeface="HGPGothicE" charset="-128"/>
          <a:ea typeface="HGPGothicE" charset="-128"/>
          <a:cs typeface="HGPGothicE" charset="-128"/>
        </a:defRPr>
      </a:lvl1pPr>
      <a:lvl2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484862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969727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454588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1939450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180141" indent="-180141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545" kern="1200">
          <a:solidFill>
            <a:schemeClr val="tx1"/>
          </a:solidFill>
          <a:latin typeface="Arial"/>
          <a:ea typeface="+mn-ea"/>
          <a:cs typeface="Arial"/>
        </a:defRPr>
      </a:lvl1pPr>
      <a:lvl2pPr marL="723926" indent="-239063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2pPr>
      <a:lvl3pPr marL="1156599" indent="-186874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3pPr>
      <a:lvl4pPr marL="1638094" indent="-183509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4pPr>
      <a:lvl5pPr marL="2121273" indent="-181825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5pPr>
      <a:lvl6pPr marL="266674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6pPr>
      <a:lvl7pPr marL="3151607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7pPr>
      <a:lvl8pPr marL="3636468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8pPr>
      <a:lvl9pPr marL="412133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1pPr>
      <a:lvl2pPr marL="484862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2pPr>
      <a:lvl3pPr marL="969727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3pPr>
      <a:lvl4pPr marL="1454588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4pPr>
      <a:lvl5pPr marL="193945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5pPr>
      <a:lvl6pPr marL="2424313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6pPr>
      <a:lvl7pPr marL="2909175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7pPr>
      <a:lvl8pPr marL="3394036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8pPr>
      <a:lvl9pPr marL="3878899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83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eb.n-bizlifestation.jp/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07568" y="4810096"/>
            <a:ext cx="7642112" cy="1750192"/>
          </a:xfrm>
        </p:spPr>
        <p:txBody>
          <a:bodyPr>
            <a:noAutofit/>
          </a:bodyPr>
          <a:lstStyle/>
          <a:p>
            <a:r>
              <a:rPr lang="en-US" altLang="ja-JP" sz="3600" dirty="0" err="1"/>
              <a:t>HealthDataBank</a:t>
            </a:r>
            <a:r>
              <a:rPr lang="ja-JP" altLang="en-US" sz="3600" dirty="0" err="1" smtClean="0"/>
              <a:t>への</a:t>
            </a:r>
            <a:r>
              <a:rPr lang="ja-JP" altLang="en-US" sz="3600" dirty="0" smtClean="0"/>
              <a:t>メールアドレス登録方法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428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ja-JP" sz="2400" dirty="0" smtClean="0">
                <a:latin typeface="+mn-ea"/>
              </a:rPr>
              <a:t>①</a:t>
            </a:r>
            <a:r>
              <a:rPr lang="ja-JP" altLang="en-US" sz="2400" dirty="0" smtClean="0">
                <a:latin typeface="+mn-ea"/>
              </a:rPr>
              <a:t>　</a:t>
            </a:r>
            <a:r>
              <a:rPr lang="en-US" altLang="ja-JP" sz="2400" dirty="0" smtClean="0">
                <a:latin typeface="+mn-ea"/>
                <a:ea typeface="+mn-ea"/>
                <a:hlinkClick r:id="rId2"/>
              </a:rPr>
              <a:t>https</a:t>
            </a:r>
            <a:r>
              <a:rPr lang="en-US" altLang="ja-JP" sz="2400" dirty="0">
                <a:latin typeface="+mn-ea"/>
                <a:ea typeface="+mn-ea"/>
                <a:hlinkClick r:id="rId2"/>
              </a:rPr>
              <a:t>://</a:t>
            </a:r>
            <a:r>
              <a:rPr lang="en-US" altLang="ja-JP" sz="2400" dirty="0" smtClean="0">
                <a:latin typeface="+mn-ea"/>
                <a:ea typeface="+mn-ea"/>
                <a:hlinkClick r:id="rId2"/>
              </a:rPr>
              <a:t>web.n-bizlifestation.jp</a:t>
            </a:r>
            <a:r>
              <a:rPr lang="ja-JP" altLang="en-US" sz="2400" dirty="0" smtClean="0">
                <a:latin typeface="+mn-ea"/>
                <a:ea typeface="+mn-ea"/>
              </a:rPr>
              <a:t>　にアクセスする。</a:t>
            </a:r>
            <a:r>
              <a:rPr lang="en-US" altLang="ja-JP" sz="2400" dirty="0" smtClean="0">
                <a:latin typeface="+mn-ea"/>
                <a:ea typeface="+mn-ea"/>
              </a:rPr>
              <a:t/>
            </a:r>
            <a:br>
              <a:rPr lang="en-US" altLang="ja-JP" sz="2400" dirty="0" smtClean="0">
                <a:latin typeface="+mn-ea"/>
                <a:ea typeface="+mn-ea"/>
              </a:rPr>
            </a:br>
            <a:r>
              <a:rPr lang="ja-JP" altLang="en-US" dirty="0">
                <a:latin typeface="+mn-ea"/>
                <a:ea typeface="+mn-ea"/>
              </a:rPr>
              <a:t>　</a:t>
            </a:r>
            <a:r>
              <a:rPr lang="ja-JP" altLang="en-US" sz="2400" dirty="0" smtClean="0">
                <a:latin typeface="+mn-ea"/>
                <a:ea typeface="+mn-ea"/>
              </a:rPr>
              <a:t>（</a:t>
            </a:r>
            <a:r>
              <a:rPr lang="ja-JP" altLang="en-US" sz="2400" dirty="0">
                <a:latin typeface="+mn-ea"/>
              </a:rPr>
              <a:t>「</a:t>
            </a:r>
            <a:r>
              <a:rPr lang="en-US" altLang="ja-JP" sz="2400" dirty="0">
                <a:latin typeface="+mn-ea"/>
              </a:rPr>
              <a:t>N-Biz Life Station</a:t>
            </a:r>
            <a:r>
              <a:rPr lang="ja-JP" altLang="en-US" sz="2400" dirty="0">
                <a:latin typeface="+mn-ea"/>
              </a:rPr>
              <a:t>」と検索しても可</a:t>
            </a:r>
            <a:r>
              <a:rPr lang="ja-JP" altLang="en-US" sz="2400" dirty="0" smtClean="0">
                <a:latin typeface="+mn-ea"/>
                <a:ea typeface="+mn-ea"/>
              </a:rPr>
              <a:t>）</a:t>
            </a:r>
            <a:endParaRPr kumimoji="1" lang="ja-JP" altLang="en-US" sz="2400" dirty="0">
              <a:latin typeface="+mn-ea"/>
              <a:ea typeface="+mn-ea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3"/>
          <a:srcRect l="1041" t="8793" r="872" b="12033"/>
          <a:stretch/>
        </p:blipFill>
        <p:spPr>
          <a:xfrm>
            <a:off x="231259" y="1343986"/>
            <a:ext cx="9531894" cy="386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3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139903" y="-1"/>
            <a:ext cx="9623250" cy="1424763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②</a:t>
            </a:r>
            <a:r>
              <a:rPr lang="en-US" altLang="ja-JP" dirty="0" smtClean="0"/>
              <a:t>-1</a:t>
            </a:r>
            <a:r>
              <a:rPr lang="ja-JP" altLang="en-US" dirty="0" smtClean="0"/>
              <a:t>　ログイン</a:t>
            </a:r>
            <a:r>
              <a:rPr lang="en-US" altLang="ja-JP" dirty="0" smtClean="0"/>
              <a:t>ID</a:t>
            </a:r>
            <a:r>
              <a:rPr lang="ja-JP" altLang="en-US" dirty="0" smtClean="0"/>
              <a:t>・パスワード</a:t>
            </a:r>
            <a:r>
              <a:rPr lang="en-US" altLang="ja-JP" dirty="0" smtClean="0"/>
              <a:t>1</a:t>
            </a:r>
            <a:r>
              <a:rPr lang="ja-JP" altLang="en-US" dirty="0" smtClean="0"/>
              <a:t>・パスワード</a:t>
            </a:r>
            <a:r>
              <a:rPr lang="en-US" altLang="ja-JP" dirty="0" smtClean="0"/>
              <a:t>2</a:t>
            </a:r>
            <a:r>
              <a:rPr lang="ja-JP" altLang="en-US" dirty="0" smtClean="0"/>
              <a:t>を入力する。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/>
              <a:t>　</a:t>
            </a:r>
            <a:r>
              <a:rPr lang="ja-JP" altLang="en-US" dirty="0" smtClean="0"/>
              <a:t>　　　忘れた場合は、右下の「→</a:t>
            </a:r>
            <a:r>
              <a:rPr lang="en-US" altLang="ja-JP" dirty="0" smtClean="0"/>
              <a:t>ID</a:t>
            </a:r>
            <a:r>
              <a:rPr lang="ja-JP" altLang="en-US" dirty="0" err="1" smtClean="0"/>
              <a:t>、</a:t>
            </a:r>
            <a:r>
              <a:rPr lang="ja-JP" altLang="en-US" dirty="0" smtClean="0"/>
              <a:t>パスワードを忘れた方」を押下する。</a:t>
            </a:r>
            <a:endParaRPr kumimoji="1" lang="ja-JP" altLang="en-US" sz="2400" dirty="0">
              <a:latin typeface="+mn-ea"/>
              <a:ea typeface="+mn-ea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/>
          <a:srcRect l="1041" t="8793" r="872" b="12033"/>
          <a:stretch/>
        </p:blipFill>
        <p:spPr>
          <a:xfrm>
            <a:off x="231259" y="1343986"/>
            <a:ext cx="9531894" cy="3865968"/>
          </a:xfrm>
          <a:prstGeom prst="rect">
            <a:avLst/>
          </a:prstGeom>
        </p:spPr>
      </p:pic>
      <p:sp>
        <p:nvSpPr>
          <p:cNvPr id="6" name="角丸四角形 5"/>
          <p:cNvSpPr/>
          <p:nvPr/>
        </p:nvSpPr>
        <p:spPr>
          <a:xfrm>
            <a:off x="5871412" y="3380876"/>
            <a:ext cx="1323473" cy="2767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/>
          <p:cNvSpPr/>
          <p:nvPr/>
        </p:nvSpPr>
        <p:spPr>
          <a:xfrm>
            <a:off x="2461905" y="2278634"/>
            <a:ext cx="2258951" cy="13789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329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139903" y="-1"/>
            <a:ext cx="9623250" cy="1424763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②</a:t>
            </a:r>
            <a:r>
              <a:rPr lang="en-US" altLang="ja-JP" dirty="0" smtClean="0"/>
              <a:t>-2 </a:t>
            </a:r>
            <a:r>
              <a:rPr lang="ja-JP" altLang="en-US" dirty="0" smtClean="0"/>
              <a:t>　</a:t>
            </a:r>
            <a:r>
              <a:rPr lang="en-US" altLang="ja-JP" dirty="0" smtClean="0"/>
              <a:t>ID</a:t>
            </a:r>
            <a:r>
              <a:rPr lang="ja-JP" altLang="en-US" dirty="0" err="1"/>
              <a:t>、</a:t>
            </a:r>
            <a:r>
              <a:rPr lang="ja-JP" altLang="en-US" dirty="0"/>
              <a:t>パスワードを忘れた</a:t>
            </a:r>
            <a:r>
              <a:rPr lang="ja-JP" altLang="en-US" dirty="0" smtClean="0"/>
              <a:t>方は下記の画面へ推移するので、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/>
              <a:t>　</a:t>
            </a:r>
            <a:r>
              <a:rPr lang="ja-JP" altLang="en-US" dirty="0" smtClean="0"/>
              <a:t>　　　　指示通りに進んでください。</a:t>
            </a:r>
            <a:endParaRPr kumimoji="1" lang="ja-JP" altLang="en-US" sz="2400" dirty="0">
              <a:latin typeface="+mn-ea"/>
              <a:ea typeface="+mn-ea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5871412" y="3380876"/>
            <a:ext cx="1323473" cy="2767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/>
          <p:cNvSpPr/>
          <p:nvPr/>
        </p:nvSpPr>
        <p:spPr>
          <a:xfrm>
            <a:off x="2461905" y="2278634"/>
            <a:ext cx="2258951" cy="13789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 rotWithShape="1">
          <a:blip r:embed="rId2"/>
          <a:srcRect l="-27215" t="8808" r="35597" b="28988"/>
          <a:stretch/>
        </p:blipFill>
        <p:spPr>
          <a:xfrm>
            <a:off x="-1860699" y="1424762"/>
            <a:ext cx="9388550" cy="3912642"/>
          </a:xfrm>
          <a:prstGeom prst="rect">
            <a:avLst/>
          </a:prstGeom>
        </p:spPr>
      </p:pic>
      <p:sp>
        <p:nvSpPr>
          <p:cNvPr id="9" name="角丸四角形 8"/>
          <p:cNvSpPr/>
          <p:nvPr/>
        </p:nvSpPr>
        <p:spPr>
          <a:xfrm>
            <a:off x="1179004" y="2583107"/>
            <a:ext cx="4199020" cy="7700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1269008" y="3376023"/>
            <a:ext cx="617619" cy="3343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吹き出し 10"/>
          <p:cNvSpPr/>
          <p:nvPr/>
        </p:nvSpPr>
        <p:spPr>
          <a:xfrm>
            <a:off x="4126786" y="1934209"/>
            <a:ext cx="4432423" cy="496661"/>
          </a:xfrm>
          <a:prstGeom prst="wedgeRoundRectCallout">
            <a:avLst>
              <a:gd name="adj1" fmla="val -50846"/>
              <a:gd name="adj2" fmla="val 112825"/>
              <a:gd name="adj3" fmla="val 16667"/>
            </a:avLst>
          </a:prstGeom>
          <a:solidFill>
            <a:sysClr val="window" lastClr="FFFFFF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2000" dirty="0" smtClean="0">
                <a:solidFill>
                  <a:sysClr val="windowText" lastClr="000000"/>
                </a:solidFill>
              </a:rPr>
              <a:t>氏名コードは健保</a:t>
            </a:r>
            <a:r>
              <a:rPr kumimoji="1" lang="ja-JP" altLang="en-US" sz="2000" dirty="0">
                <a:solidFill>
                  <a:sysClr val="windowText" lastClr="000000"/>
                </a:solidFill>
              </a:rPr>
              <a:t>番号と</a:t>
            </a:r>
            <a:r>
              <a:rPr kumimoji="1" lang="ja-JP" altLang="en-US" sz="2000" dirty="0" smtClean="0">
                <a:solidFill>
                  <a:sysClr val="windowText" lastClr="000000"/>
                </a:solidFill>
              </a:rPr>
              <a:t>同じです。</a:t>
            </a:r>
            <a:endParaRPr kumimoji="1" lang="ja-JP" altLang="en-US" sz="2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819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③　ログイン完了後、右上の「ヘルスケア」を</a:t>
            </a:r>
            <a:r>
              <a:rPr lang="ja-JP" altLang="en-US" dirty="0" smtClean="0"/>
              <a:t>押下する。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t="8626" b="7616"/>
          <a:stretch/>
        </p:blipFill>
        <p:spPr>
          <a:xfrm>
            <a:off x="610454" y="1220293"/>
            <a:ext cx="8682146" cy="4631513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8282764" y="1924216"/>
            <a:ext cx="925032" cy="3724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528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/>
          <a:srcRect l="430" t="119" r="501" b="787"/>
          <a:stretch/>
        </p:blipFill>
        <p:spPr>
          <a:xfrm>
            <a:off x="549649" y="819333"/>
            <a:ext cx="8803757" cy="5656152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9903" y="-1"/>
            <a:ext cx="9623250" cy="935665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③　</a:t>
            </a:r>
            <a:r>
              <a:rPr kumimoji="1" lang="en-US" altLang="ja-JP" dirty="0" err="1" smtClean="0"/>
              <a:t>HealthDataBank</a:t>
            </a:r>
            <a:r>
              <a:rPr lang="ja-JP" altLang="en-US" dirty="0" smtClean="0"/>
              <a:t>へ連携されるので、下記「メールアドレス登録」から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/>
              <a:t>　</a:t>
            </a:r>
            <a:r>
              <a:rPr lang="ja-JP" altLang="en-US" dirty="0" smtClean="0"/>
              <a:t>　　メールアドレスを</a:t>
            </a:r>
            <a:r>
              <a:rPr lang="ja-JP" altLang="en-US" dirty="0"/>
              <a:t>登録</a:t>
            </a:r>
            <a:r>
              <a:rPr lang="ja-JP" altLang="en-US" dirty="0" smtClean="0"/>
              <a:t>してください。</a:t>
            </a:r>
            <a:endParaRPr kumimoji="1" lang="ja-JP" altLang="en-US" dirty="0"/>
          </a:p>
        </p:txBody>
      </p:sp>
      <p:sp>
        <p:nvSpPr>
          <p:cNvPr id="5" name="角丸四角形 4"/>
          <p:cNvSpPr/>
          <p:nvPr/>
        </p:nvSpPr>
        <p:spPr>
          <a:xfrm>
            <a:off x="5901070" y="2934309"/>
            <a:ext cx="1541721" cy="3724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814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32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表紙">
  <a:themeElements>
    <a:clrScheme name="NTT DATA Image Colors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Recommended Typeface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>
              <a:lumMod val="75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_Template_A4_JP[読み取り専用]" id="{7D8511DD-9A4B-41E3-9D6F-93E1008AAF66}" vid="{8077D716-DB13-4578-8226-ABFEACD7A6C2}"/>
    </a:ext>
  </a:extLst>
</a:theme>
</file>

<file path=ppt/theme/theme2.xml><?xml version="1.0" encoding="utf-8"?>
<a:theme xmlns:a="http://schemas.openxmlformats.org/drawingml/2006/main" name="目次">
  <a:themeElements>
    <a:clrScheme name="NTT DATA Image Colors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Recommended Typeface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>
              <a:lumMod val="75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_Template_A4_JP[読み取り専用]" id="{7D8511DD-9A4B-41E3-9D6F-93E1008AAF66}" vid="{FE689C76-7ED0-4B72-895D-6E3DB8891B16}"/>
    </a:ext>
  </a:extLst>
</a:theme>
</file>

<file path=ppt/theme/theme3.xml><?xml version="1.0" encoding="utf-8"?>
<a:theme xmlns:a="http://schemas.openxmlformats.org/drawingml/2006/main" name="中扉">
  <a:themeElements>
    <a:clrScheme name="NTT DATA Image Colors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Recommended Typeface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A4_JP[読み取り専用]" id="{7D8511DD-9A4B-41E3-9D6F-93E1008AAF66}" vid="{929F75FE-748F-4A47-90FD-C5A1257697CB}"/>
    </a:ext>
  </a:extLst>
</a:theme>
</file>

<file path=ppt/theme/theme4.xml><?xml version="1.0" encoding="utf-8"?>
<a:theme xmlns:a="http://schemas.openxmlformats.org/drawingml/2006/main" name="レイアウト">
  <a:themeElements>
    <a:clrScheme name="NTT DATA Image Colors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Recommended Typeface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A4_JP[読み取り専用]" id="{7D8511DD-9A4B-41E3-9D6F-93E1008AAF66}" vid="{BB05D6C6-C09A-4DC0-91C1-9971F289C393}"/>
    </a:ext>
  </a:extLst>
</a:theme>
</file>

<file path=ppt/theme/theme5.xml><?xml version="1.0" encoding="utf-8"?>
<a:theme xmlns:a="http://schemas.openxmlformats.org/drawingml/2006/main" name="裏表紙">
  <a:themeElements>
    <a:clrScheme name="NTT DATA Image Colors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Recommended Typeface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>
              <a:lumMod val="75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_Template_A4_JP[読み取り専用]" id="{7D8511DD-9A4B-41E3-9D6F-93E1008AAF66}" vid="{60A0113F-8D32-4737-B537-C1269CFD0A51}"/>
    </a:ext>
  </a:extLst>
</a:theme>
</file>

<file path=ppt/theme/theme6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Presentation_Template_A4_JP</Template>
  <TotalTime>36</TotalTime>
  <Words>24</Words>
  <Application>Microsoft Office PowerPoint</Application>
  <PresentationFormat>A4 210 x 297 mm</PresentationFormat>
  <Paragraphs>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5</vt:i4>
      </vt:variant>
      <vt:variant>
        <vt:lpstr>スライド タイトル</vt:lpstr>
      </vt:variant>
      <vt:variant>
        <vt:i4>7</vt:i4>
      </vt:variant>
    </vt:vector>
  </HeadingPairs>
  <TitlesOfParts>
    <vt:vector size="17" baseType="lpstr">
      <vt:lpstr>HGPGothicE</vt:lpstr>
      <vt:lpstr>HGP創英角ｺﾞｼｯｸUB</vt:lpstr>
      <vt:lpstr>Meiryo UI</vt:lpstr>
      <vt:lpstr>Yu Gothic</vt:lpstr>
      <vt:lpstr>Arial</vt:lpstr>
      <vt:lpstr>表紙</vt:lpstr>
      <vt:lpstr>目次</vt:lpstr>
      <vt:lpstr>中扉</vt:lpstr>
      <vt:lpstr>レイアウト</vt:lpstr>
      <vt:lpstr>裏表紙</vt:lpstr>
      <vt:lpstr>HealthDataBankへのメールアドレス登録方法</vt:lpstr>
      <vt:lpstr>①　https://web.n-bizlifestation.jp　にアクセスする。 　（「N-Biz Life Station」と検索しても可）</vt:lpstr>
      <vt:lpstr>②-1　ログインID・パスワード1・パスワード2を入力する。 　　　　忘れた場合は、右下の「→ID、パスワードを忘れた方」を押下する。</vt:lpstr>
      <vt:lpstr>②-2 　ID、パスワードを忘れた方は下記の画面へ推移するので、 　　　　　指示通りに進んでください。</vt:lpstr>
      <vt:lpstr>③　ログイン完了後、右上の「ヘルスケア」を押下する。</vt:lpstr>
      <vt:lpstr>③　HealthDataBankへ連携されるので、下記「メールアドレス登録」から 　　　メールアドレスを登録してください。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池住 真紀</dc:creator>
  <cp:lastModifiedBy>前田　太一</cp:lastModifiedBy>
  <cp:revision>8</cp:revision>
  <cp:lastPrinted>2016-10-11T04:40:04Z</cp:lastPrinted>
  <dcterms:created xsi:type="dcterms:W3CDTF">2020-10-06T04:39:11Z</dcterms:created>
  <dcterms:modified xsi:type="dcterms:W3CDTF">2020-10-15T04:11:02Z</dcterms:modified>
  <cp:version>1.5</cp:version>
</cp:coreProperties>
</file>