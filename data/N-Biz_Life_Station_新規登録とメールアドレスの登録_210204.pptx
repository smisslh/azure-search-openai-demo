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64" r:id="rId3"/>
    <p:sldMasterId id="2147483667" r:id="rId4"/>
    <p:sldMasterId id="2147483671" r:id="rId5"/>
  </p:sldMasterIdLst>
  <p:notesMasterIdLst>
    <p:notesMasterId r:id="rId19"/>
  </p:notesMasterIdLst>
  <p:sldIdLst>
    <p:sldId id="272" r:id="rId6"/>
    <p:sldId id="265" r:id="rId7"/>
    <p:sldId id="256" r:id="rId8"/>
    <p:sldId id="257" r:id="rId9"/>
    <p:sldId id="259" r:id="rId10"/>
    <p:sldId id="258" r:id="rId11"/>
    <p:sldId id="263" r:id="rId12"/>
    <p:sldId id="262" r:id="rId13"/>
    <p:sldId id="264" r:id="rId14"/>
    <p:sldId id="274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84DCD-0713-4C19-90D5-8B73D2C6CBEF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24430-8213-4A8A-AD07-843FC09731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869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524430-8213-4A8A-AD07-843FC09731F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901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35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94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87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433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470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6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78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50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37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61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799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955"/>
          <a:stretch/>
        </p:blipFill>
        <p:spPr>
          <a:xfrm>
            <a:off x="2" y="0"/>
            <a:ext cx="12191999" cy="6868800"/>
          </a:xfrm>
          <a:prstGeom prst="rect">
            <a:avLst/>
          </a:prstGeom>
        </p:spPr>
      </p:pic>
      <p:sp>
        <p:nvSpPr>
          <p:cNvPr id="11" name="正方形/長方形 10"/>
          <p:cNvSpPr/>
          <p:nvPr userDrawn="1"/>
        </p:nvSpPr>
        <p:spPr>
          <a:xfrm>
            <a:off x="1" y="4714044"/>
            <a:ext cx="12192000" cy="2154757"/>
          </a:xfrm>
          <a:prstGeom prst="rect">
            <a:avLst/>
          </a:prstGeom>
          <a:solidFill>
            <a:srgbClr val="6785C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880"/>
            <a:endParaRPr lang="ja-JP" altLang="en-US" sz="1800" dirty="0">
              <a:solidFill>
                <a:srgbClr val="FFFFFF"/>
              </a:solidFill>
              <a:latin typeface="HGPGothicE" charset="-128"/>
              <a:ea typeface="HGPGothicE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1201"/>
            <a:ext cx="4401228" cy="6436801"/>
          </a:xfrm>
          <a:prstGeom prst="rect">
            <a:avLst/>
          </a:prstGeom>
        </p:spPr>
      </p:pic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2717007" y="4810096"/>
            <a:ext cx="9405676" cy="988424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>
              <a:defRPr lang="ja-JP" altLang="en-US" sz="2400" b="1" spc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lvl="0" indent="0" fontAlgn="ctr">
              <a:spcBef>
                <a:spcPts val="0"/>
              </a:spcBef>
              <a:buFont typeface="Arial" pitchFamily="34" charset="0"/>
              <a:buNone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17" name="TextBox 12"/>
          <p:cNvSpPr txBox="1"/>
          <p:nvPr userDrawn="1"/>
        </p:nvSpPr>
        <p:spPr>
          <a:xfrm>
            <a:off x="9519139" y="6724938"/>
            <a:ext cx="2603543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 defTabSz="609555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947A7B74-48AA-304D-8A41-3EA692EE52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24988" y="240668"/>
            <a:ext cx="3243323" cy="9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08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 userDrawn="1"/>
        </p:nvSpPr>
        <p:spPr>
          <a:xfrm>
            <a:off x="1" y="4714044"/>
            <a:ext cx="12192000" cy="21547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880"/>
            <a:endParaRPr lang="ja-JP" altLang="en-US" sz="1800" dirty="0">
              <a:solidFill>
                <a:srgbClr val="FFFFFF"/>
              </a:solidFill>
              <a:latin typeface="Meiryo UI" panose="020B0604030504040204" pitchFamily="50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1201"/>
            <a:ext cx="4401228" cy="6436801"/>
          </a:xfrm>
          <a:prstGeom prst="rect">
            <a:avLst/>
          </a:prstGeom>
        </p:spPr>
      </p:pic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717007" y="4810096"/>
            <a:ext cx="9405676" cy="988424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>
              <a:defRPr lang="ja-JP" altLang="en-US" sz="2400" b="1" spc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lvl="0" indent="0" fontAlgn="ctr">
              <a:spcBef>
                <a:spcPts val="0"/>
              </a:spcBef>
              <a:buFont typeface="Arial" pitchFamily="34" charset="0"/>
              <a:buNone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10" name="TextBox 12"/>
          <p:cNvSpPr txBox="1"/>
          <p:nvPr userDrawn="1"/>
        </p:nvSpPr>
        <p:spPr>
          <a:xfrm>
            <a:off x="9519139" y="6724938"/>
            <a:ext cx="2603543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 defTabSz="609555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A6047BE2-75E4-8743-8BCD-19E0EC5A22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94615" y="254000"/>
            <a:ext cx="3243323" cy="9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70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955"/>
          <a:stretch/>
        </p:blipFill>
        <p:spPr>
          <a:xfrm>
            <a:off x="2" y="0"/>
            <a:ext cx="12191999" cy="6868800"/>
          </a:xfrm>
          <a:prstGeom prst="rect">
            <a:avLst/>
          </a:prstGeom>
        </p:spPr>
      </p:pic>
      <p:sp>
        <p:nvSpPr>
          <p:cNvPr id="11" name="正方形/長方形 10"/>
          <p:cNvSpPr/>
          <p:nvPr userDrawn="1"/>
        </p:nvSpPr>
        <p:spPr>
          <a:xfrm>
            <a:off x="1" y="4714044"/>
            <a:ext cx="12192000" cy="2154757"/>
          </a:xfrm>
          <a:prstGeom prst="rect">
            <a:avLst/>
          </a:prstGeom>
          <a:solidFill>
            <a:srgbClr val="6785C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880"/>
            <a:endParaRPr lang="ja-JP" altLang="en-US" sz="1800" dirty="0">
              <a:solidFill>
                <a:srgbClr val="FFFFFF"/>
              </a:solidFill>
              <a:latin typeface="HGPGothicE" charset="-128"/>
              <a:ea typeface="HGPGothicE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1201"/>
            <a:ext cx="4401228" cy="6436801"/>
          </a:xfrm>
          <a:prstGeom prst="rect">
            <a:avLst/>
          </a:prstGeom>
        </p:spPr>
      </p:pic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2717007" y="4810096"/>
            <a:ext cx="9405676" cy="988424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>
              <a:defRPr lang="ja-JP" altLang="en-US" sz="2400" b="1" spc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lvl="0" indent="0" fontAlgn="ctr">
              <a:spcBef>
                <a:spcPts val="0"/>
              </a:spcBef>
              <a:buFont typeface="Arial" pitchFamily="34" charset="0"/>
              <a:buNone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17" name="TextBox 12"/>
          <p:cNvSpPr txBox="1"/>
          <p:nvPr userDrawn="1"/>
        </p:nvSpPr>
        <p:spPr>
          <a:xfrm>
            <a:off x="9519139" y="6724938"/>
            <a:ext cx="2603543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 defTabSz="609555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947A7B74-48AA-304D-8A41-3EA692EE52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24988" y="240668"/>
            <a:ext cx="3243323" cy="9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40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 userDrawn="1"/>
        </p:nvSpPr>
        <p:spPr>
          <a:xfrm>
            <a:off x="1" y="4714044"/>
            <a:ext cx="12192000" cy="21547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880"/>
            <a:endParaRPr lang="ja-JP" altLang="en-US" sz="1800" dirty="0">
              <a:solidFill>
                <a:srgbClr val="FFFFFF"/>
              </a:solidFill>
              <a:latin typeface="Meiryo UI" panose="020B0604030504040204" pitchFamily="50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1201"/>
            <a:ext cx="4401228" cy="6436801"/>
          </a:xfrm>
          <a:prstGeom prst="rect">
            <a:avLst/>
          </a:prstGeom>
        </p:spPr>
      </p:pic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717007" y="4810096"/>
            <a:ext cx="9405676" cy="988424"/>
          </a:xfrm>
          <a:prstGeom prst="rect">
            <a:avLst/>
          </a:prstGeom>
          <a:effectLst/>
        </p:spPr>
        <p:txBody>
          <a:bodyPr anchor="t">
            <a:normAutofit/>
          </a:bodyPr>
          <a:lstStyle>
            <a:lvl1pPr>
              <a:defRPr lang="ja-JP" altLang="en-US" sz="2400" b="1" spc="0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lvl="0" indent="0" fontAlgn="ctr">
              <a:spcBef>
                <a:spcPts val="0"/>
              </a:spcBef>
              <a:buFont typeface="Arial" pitchFamily="34" charset="0"/>
              <a:buNone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10" name="TextBox 12"/>
          <p:cNvSpPr txBox="1"/>
          <p:nvPr userDrawn="1"/>
        </p:nvSpPr>
        <p:spPr>
          <a:xfrm>
            <a:off x="9519139" y="6724938"/>
            <a:ext cx="2603543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 defTabSz="609555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A6047BE2-75E4-8743-8BCD-19E0EC5A22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94615" y="254000"/>
            <a:ext cx="3243323" cy="9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97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"/>
          <p:cNvSpPr/>
          <p:nvPr userDrawn="1"/>
        </p:nvSpPr>
        <p:spPr>
          <a:xfrm>
            <a:off x="0" y="0"/>
            <a:ext cx="12192000" cy="73370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270" tIns="35100" rIns="68270" bIns="34135" rtlCol="0" anchor="ctr">
            <a:normAutofit/>
          </a:bodyPr>
          <a:lstStyle/>
          <a:p>
            <a:pPr algn="ctr" defTabSz="925880"/>
            <a:endParaRPr lang="en-US" sz="1480" dirty="0">
              <a:solidFill>
                <a:srgbClr val="FFFFFF"/>
              </a:solidFill>
            </a:endParaRPr>
          </a:p>
        </p:txBody>
      </p:sp>
      <p:sp>
        <p:nvSpPr>
          <p:cNvPr id="11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8" y="0"/>
            <a:ext cx="1184400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 marL="0" indent="0">
              <a:defRPr kumimoji="1" lang="ja-JP" altLang="en-US" sz="2400" b="1" i="0" kern="1200" spc="0" baseline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184005" marR="0" lvl="0" indent="-184005" algn="l" defTabSz="4952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None/>
              <a:tabLst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C7A6FB-DEB1-4E3B-A893-0522D7EE0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7588" y="908050"/>
            <a:ext cx="11113200" cy="525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Rectangle 17"/>
          <p:cNvSpPr/>
          <p:nvPr userDrawn="1"/>
        </p:nvSpPr>
        <p:spPr>
          <a:xfrm>
            <a:off x="0" y="6434124"/>
            <a:ext cx="12192000" cy="424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5880">
              <a:defRPr/>
            </a:pPr>
            <a:endParaRPr lang="en-US" sz="1950" dirty="0">
              <a:solidFill>
                <a:srgbClr val="404040"/>
              </a:solidFill>
              <a:latin typeface="HGPGothicE" charset="-128"/>
              <a:ea typeface="HGPGothicE" charset="-128"/>
            </a:endParaRPr>
          </a:p>
        </p:txBody>
      </p:sp>
      <p:sp>
        <p:nvSpPr>
          <p:cNvPr id="14" name="TextBox 12"/>
          <p:cNvSpPr txBox="1"/>
          <p:nvPr userDrawn="1"/>
        </p:nvSpPr>
        <p:spPr>
          <a:xfrm>
            <a:off x="715441" y="6593332"/>
            <a:ext cx="314960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defTabSz="495263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sp>
        <p:nvSpPr>
          <p:cNvPr id="15" name="TextBox 16"/>
          <p:cNvSpPr txBox="1"/>
          <p:nvPr userDrawn="1"/>
        </p:nvSpPr>
        <p:spPr>
          <a:xfrm>
            <a:off x="5761154" y="6551483"/>
            <a:ext cx="670231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defTabSz="925880">
              <a:defRPr/>
            </a:pPr>
            <a:fld id="{0F9AC1C8-10F2-4A77-9A6E-9375F974715F}" type="slidenum">
              <a:rPr lang="en-US" sz="1200">
                <a:solidFill>
                  <a:srgbClr val="FFFFFF"/>
                </a:solidFill>
                <a:latin typeface="Meiryo UI" panose="020B0604030504040204" pitchFamily="50" charset="-128"/>
                <a:cs typeface="HGPGothicE" charset="-128"/>
              </a:rPr>
              <a:pPr algn="ctr" defTabSz="925880">
                <a:defRPr/>
              </a:pPr>
              <a:t>‹#›</a:t>
            </a:fld>
            <a:endParaRPr lang="en-US" sz="1200" dirty="0">
              <a:solidFill>
                <a:srgbClr val="FFFFFF"/>
              </a:solidFill>
              <a:latin typeface="Meiryo UI" panose="020B0604030504040204" pitchFamily="50" charset="-128"/>
              <a:cs typeface="HGPGothicE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190" y="6499388"/>
            <a:ext cx="1450278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516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8" y="0"/>
            <a:ext cx="1184400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400" b="1" spc="0">
                <a:solidFill>
                  <a:srgbClr val="6785C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184005" marR="0" lvl="0" indent="-184005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C7A6FB-DEB1-4E3B-A893-0522D7EE0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7588" y="908050"/>
            <a:ext cx="11113200" cy="525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Rectangle 17"/>
          <p:cNvSpPr/>
          <p:nvPr userDrawn="1"/>
        </p:nvSpPr>
        <p:spPr>
          <a:xfrm>
            <a:off x="0" y="6434124"/>
            <a:ext cx="12192000" cy="424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5880">
              <a:defRPr/>
            </a:pPr>
            <a:endParaRPr lang="en-US" sz="1950" dirty="0">
              <a:solidFill>
                <a:srgbClr val="404040"/>
              </a:solidFill>
              <a:latin typeface="HGPGothicE" charset="-128"/>
              <a:ea typeface="HGPGothicE" charset="-128"/>
            </a:endParaRPr>
          </a:p>
        </p:txBody>
      </p:sp>
      <p:sp>
        <p:nvSpPr>
          <p:cNvPr id="8" name="TextBox 12"/>
          <p:cNvSpPr txBox="1"/>
          <p:nvPr userDrawn="1"/>
        </p:nvSpPr>
        <p:spPr>
          <a:xfrm>
            <a:off x="715441" y="6593332"/>
            <a:ext cx="314960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defTabSz="495263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sp>
        <p:nvSpPr>
          <p:cNvPr id="9" name="TextBox 16"/>
          <p:cNvSpPr txBox="1"/>
          <p:nvPr userDrawn="1"/>
        </p:nvSpPr>
        <p:spPr>
          <a:xfrm>
            <a:off x="5761154" y="6551483"/>
            <a:ext cx="670231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defTabSz="925880">
              <a:defRPr/>
            </a:pPr>
            <a:fld id="{0F9AC1C8-10F2-4A77-9A6E-9375F974715F}" type="slidenum">
              <a:rPr lang="en-US" sz="1200">
                <a:solidFill>
                  <a:srgbClr val="FFFFFF"/>
                </a:solidFill>
                <a:latin typeface="Meiryo UI" panose="020B0604030504040204" pitchFamily="50" charset="-128"/>
                <a:cs typeface="HGPGothicE" charset="-128"/>
              </a:rPr>
              <a:pPr algn="ctr" defTabSz="925880">
                <a:defRPr/>
              </a:pPr>
              <a:t>‹#›</a:t>
            </a:fld>
            <a:endParaRPr lang="en-US" sz="1200" dirty="0">
              <a:solidFill>
                <a:srgbClr val="FFFFFF"/>
              </a:solidFill>
              <a:latin typeface="Meiryo UI" panose="020B0604030504040204" pitchFamily="50" charset="-128"/>
              <a:cs typeface="HGPGothicE" charset="-128"/>
            </a:endParaRPr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190" y="6499388"/>
            <a:ext cx="1450278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6757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コンテンツC">
    <p:bg>
      <p:bgPr>
        <a:gradFill>
          <a:gsLst>
            <a:gs pos="0">
              <a:srgbClr val="616161"/>
            </a:gs>
            <a:gs pos="50000">
              <a:srgbClr val="494949"/>
            </a:gs>
            <a:gs pos="100000">
              <a:srgbClr val="32323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8" y="0"/>
            <a:ext cx="1184400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400" b="1" spc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184005" marR="0" lvl="0" indent="-184005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14" name="TextBox 12"/>
          <p:cNvSpPr txBox="1"/>
          <p:nvPr userDrawn="1"/>
        </p:nvSpPr>
        <p:spPr>
          <a:xfrm>
            <a:off x="715441" y="6593332"/>
            <a:ext cx="314960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defTabSz="495263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sp>
        <p:nvSpPr>
          <p:cNvPr id="15" name="TextBox 16"/>
          <p:cNvSpPr txBox="1"/>
          <p:nvPr userDrawn="1"/>
        </p:nvSpPr>
        <p:spPr>
          <a:xfrm>
            <a:off x="5761154" y="6551483"/>
            <a:ext cx="670231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defTabSz="925880">
              <a:defRPr/>
            </a:pPr>
            <a:fld id="{0F9AC1C8-10F2-4A77-9A6E-9375F974715F}" type="slidenum">
              <a:rPr lang="en-US" sz="1200">
                <a:solidFill>
                  <a:srgbClr val="FFFFFF"/>
                </a:solidFill>
                <a:latin typeface="Meiryo UI" panose="020B0604030504040204" pitchFamily="50" charset="-128"/>
                <a:cs typeface="HGPGothicE" charset="-128"/>
              </a:rPr>
              <a:pPr algn="ctr" defTabSz="925880">
                <a:defRPr/>
              </a:pPr>
              <a:t>‹#›</a:t>
            </a:fld>
            <a:endParaRPr lang="en-US" sz="1200" dirty="0">
              <a:solidFill>
                <a:srgbClr val="FFFFFF"/>
              </a:solidFill>
              <a:latin typeface="Meiryo UI" panose="020B0604030504040204" pitchFamily="50" charset="-128"/>
              <a:cs typeface="HGPGothicE" charset="-128"/>
            </a:endParaRP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3DC7A6FB-DEB1-4E3B-A893-0522D7EE0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7588" y="908050"/>
            <a:ext cx="11113200" cy="525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190" y="6499388"/>
            <a:ext cx="1450278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45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"/>
          <p:cNvSpPr/>
          <p:nvPr userDrawn="1"/>
        </p:nvSpPr>
        <p:spPr>
          <a:xfrm>
            <a:off x="0" y="0"/>
            <a:ext cx="12192000" cy="73370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270" tIns="35100" rIns="68270" bIns="34135" rtlCol="0" anchor="ctr">
            <a:normAutofit/>
          </a:bodyPr>
          <a:lstStyle/>
          <a:p>
            <a:pPr algn="ctr" defTabSz="925880"/>
            <a:endParaRPr lang="en-US" sz="1480" dirty="0">
              <a:solidFill>
                <a:srgbClr val="FFFFFF"/>
              </a:solidFill>
            </a:endParaRPr>
          </a:p>
        </p:txBody>
      </p:sp>
      <p:sp>
        <p:nvSpPr>
          <p:cNvPr id="11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8" y="0"/>
            <a:ext cx="1184400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 marL="0" indent="0">
              <a:defRPr kumimoji="1" lang="ja-JP" altLang="en-US" sz="2400" b="1" i="0" kern="1200" spc="0" baseline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184005" marR="0" lvl="0" indent="-184005" algn="l" defTabSz="49526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None/>
              <a:tabLst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C7A6FB-DEB1-4E3B-A893-0522D7EE0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7588" y="908050"/>
            <a:ext cx="11113200" cy="525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Rectangle 17"/>
          <p:cNvSpPr/>
          <p:nvPr userDrawn="1"/>
        </p:nvSpPr>
        <p:spPr>
          <a:xfrm>
            <a:off x="0" y="6434124"/>
            <a:ext cx="12192000" cy="424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5880">
              <a:defRPr/>
            </a:pPr>
            <a:endParaRPr lang="en-US" sz="1950" dirty="0">
              <a:solidFill>
                <a:srgbClr val="404040"/>
              </a:solidFill>
              <a:latin typeface="HGPGothicE" charset="-128"/>
              <a:ea typeface="HGPGothicE" charset="-128"/>
            </a:endParaRPr>
          </a:p>
        </p:txBody>
      </p:sp>
      <p:sp>
        <p:nvSpPr>
          <p:cNvPr id="14" name="TextBox 12"/>
          <p:cNvSpPr txBox="1"/>
          <p:nvPr userDrawn="1"/>
        </p:nvSpPr>
        <p:spPr>
          <a:xfrm>
            <a:off x="715441" y="6593332"/>
            <a:ext cx="314960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defTabSz="495263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sp>
        <p:nvSpPr>
          <p:cNvPr id="15" name="TextBox 16"/>
          <p:cNvSpPr txBox="1"/>
          <p:nvPr userDrawn="1"/>
        </p:nvSpPr>
        <p:spPr>
          <a:xfrm>
            <a:off x="5761154" y="6551483"/>
            <a:ext cx="670231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defTabSz="925880">
              <a:defRPr/>
            </a:pPr>
            <a:fld id="{0F9AC1C8-10F2-4A77-9A6E-9375F974715F}" type="slidenum">
              <a:rPr lang="en-US" sz="1200">
                <a:solidFill>
                  <a:srgbClr val="FFFFFF"/>
                </a:solidFill>
                <a:latin typeface="Meiryo UI" panose="020B0604030504040204" pitchFamily="50" charset="-128"/>
                <a:cs typeface="HGPGothicE" charset="-128"/>
              </a:rPr>
              <a:pPr algn="ctr" defTabSz="925880">
                <a:defRPr/>
              </a:pPr>
              <a:t>‹#›</a:t>
            </a:fld>
            <a:endParaRPr lang="en-US" sz="1200" dirty="0">
              <a:solidFill>
                <a:srgbClr val="FFFFFF"/>
              </a:solidFill>
              <a:latin typeface="Meiryo UI" panose="020B0604030504040204" pitchFamily="50" charset="-128"/>
              <a:cs typeface="HGPGothicE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190" y="6499388"/>
            <a:ext cx="1450278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5400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8" y="0"/>
            <a:ext cx="1184400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400" b="1" spc="0">
                <a:solidFill>
                  <a:srgbClr val="6785C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184005" marR="0" lvl="0" indent="-184005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C7A6FB-DEB1-4E3B-A893-0522D7EE0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7588" y="908050"/>
            <a:ext cx="11113200" cy="525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Rectangle 17"/>
          <p:cNvSpPr/>
          <p:nvPr userDrawn="1"/>
        </p:nvSpPr>
        <p:spPr>
          <a:xfrm>
            <a:off x="0" y="6434124"/>
            <a:ext cx="12192000" cy="4248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5880">
              <a:defRPr/>
            </a:pPr>
            <a:endParaRPr lang="en-US" sz="1950" dirty="0">
              <a:solidFill>
                <a:srgbClr val="404040"/>
              </a:solidFill>
              <a:latin typeface="HGPGothicE" charset="-128"/>
              <a:ea typeface="HGPGothicE" charset="-128"/>
            </a:endParaRPr>
          </a:p>
        </p:txBody>
      </p:sp>
      <p:sp>
        <p:nvSpPr>
          <p:cNvPr id="8" name="TextBox 12"/>
          <p:cNvSpPr txBox="1"/>
          <p:nvPr userDrawn="1"/>
        </p:nvSpPr>
        <p:spPr>
          <a:xfrm>
            <a:off x="715441" y="6593332"/>
            <a:ext cx="314960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defTabSz="495263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sp>
        <p:nvSpPr>
          <p:cNvPr id="9" name="TextBox 16"/>
          <p:cNvSpPr txBox="1"/>
          <p:nvPr userDrawn="1"/>
        </p:nvSpPr>
        <p:spPr>
          <a:xfrm>
            <a:off x="5761154" y="6551483"/>
            <a:ext cx="670231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defTabSz="925880">
              <a:defRPr/>
            </a:pPr>
            <a:fld id="{0F9AC1C8-10F2-4A77-9A6E-9375F974715F}" type="slidenum">
              <a:rPr lang="en-US" sz="1200">
                <a:solidFill>
                  <a:srgbClr val="FFFFFF"/>
                </a:solidFill>
                <a:latin typeface="Meiryo UI" panose="020B0604030504040204" pitchFamily="50" charset="-128"/>
                <a:cs typeface="HGPGothicE" charset="-128"/>
              </a:rPr>
              <a:pPr algn="ctr" defTabSz="925880">
                <a:defRPr/>
              </a:pPr>
              <a:t>‹#›</a:t>
            </a:fld>
            <a:endParaRPr lang="en-US" sz="1200" dirty="0">
              <a:solidFill>
                <a:srgbClr val="FFFFFF"/>
              </a:solidFill>
              <a:latin typeface="Meiryo UI" panose="020B0604030504040204" pitchFamily="50" charset="-128"/>
              <a:cs typeface="HGPGothicE" charset="-128"/>
            </a:endParaRPr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190" y="6499388"/>
            <a:ext cx="1450278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2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コンテンツC">
    <p:bg>
      <p:bgPr>
        <a:gradFill>
          <a:gsLst>
            <a:gs pos="0">
              <a:srgbClr val="616161"/>
            </a:gs>
            <a:gs pos="50000">
              <a:srgbClr val="494949"/>
            </a:gs>
            <a:gs pos="100000">
              <a:srgbClr val="32323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8" y="0"/>
            <a:ext cx="1184400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400" b="1" spc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184005" marR="0" lvl="0" indent="-184005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 dirty="0"/>
              <a:t>［タイトル］</a:t>
            </a:r>
          </a:p>
        </p:txBody>
      </p:sp>
      <p:sp>
        <p:nvSpPr>
          <p:cNvPr id="14" name="TextBox 12"/>
          <p:cNvSpPr txBox="1"/>
          <p:nvPr userDrawn="1"/>
        </p:nvSpPr>
        <p:spPr>
          <a:xfrm>
            <a:off x="715441" y="6593332"/>
            <a:ext cx="3149600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defTabSz="495263">
              <a:defRPr/>
            </a:pPr>
            <a:r>
              <a:rPr kumimoji="0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cs typeface="Meiryo UI" pitchFamily="50" charset="-128"/>
              </a:rPr>
              <a:t>© 2020 NTT DATA Corporation</a:t>
            </a:r>
          </a:p>
        </p:txBody>
      </p:sp>
      <p:sp>
        <p:nvSpPr>
          <p:cNvPr id="15" name="TextBox 16"/>
          <p:cNvSpPr txBox="1"/>
          <p:nvPr userDrawn="1"/>
        </p:nvSpPr>
        <p:spPr>
          <a:xfrm>
            <a:off x="5761154" y="6551483"/>
            <a:ext cx="670231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defTabSz="925880">
              <a:defRPr/>
            </a:pPr>
            <a:fld id="{0F9AC1C8-10F2-4A77-9A6E-9375F974715F}" type="slidenum">
              <a:rPr lang="en-US" sz="1200">
                <a:solidFill>
                  <a:srgbClr val="FFFFFF"/>
                </a:solidFill>
                <a:latin typeface="Meiryo UI" panose="020B0604030504040204" pitchFamily="50" charset="-128"/>
                <a:cs typeface="HGPGothicE" charset="-128"/>
              </a:rPr>
              <a:pPr algn="ctr" defTabSz="925880">
                <a:defRPr/>
              </a:pPr>
              <a:t>‹#›</a:t>
            </a:fld>
            <a:endParaRPr lang="en-US" sz="1200" dirty="0">
              <a:solidFill>
                <a:srgbClr val="FFFFFF"/>
              </a:solidFill>
              <a:latin typeface="Meiryo UI" panose="020B0604030504040204" pitchFamily="50" charset="-128"/>
              <a:cs typeface="HGPGothicE" charset="-128"/>
            </a:endParaRP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3DC7A6FB-DEB1-4E3B-A893-0522D7EE0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7588" y="908050"/>
            <a:ext cx="11113200" cy="525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190" y="6499388"/>
            <a:ext cx="1450278" cy="29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56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B032D-6930-489D-B299-A126CB55FC52}" type="datetimeFigureOut">
              <a:rPr kumimoji="1" lang="ja-JP" altLang="en-US" smtClean="0"/>
              <a:t>2022/6/9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56393-CAB9-44A6-A4F5-6664A77334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36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98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hdr="0" ftr="0" dt="0"/>
  <p:txStyles>
    <p:titleStyle>
      <a:lvl1pPr algn="l" defTabSz="484862" rtl="0" eaLnBrk="1" fontAlgn="base" hangingPunct="1">
        <a:spcBef>
          <a:spcPct val="0"/>
        </a:spcBef>
        <a:spcAft>
          <a:spcPct val="0"/>
        </a:spcAft>
        <a:defRPr kumimoji="1" sz="1909" b="0" i="0" kern="1200" spc="160" baseline="0">
          <a:solidFill>
            <a:srgbClr val="404040"/>
          </a:solidFill>
          <a:latin typeface="HGPGothicE" charset="-128"/>
          <a:ea typeface="HGPGothicE" charset="-128"/>
          <a:cs typeface="HGPGothicE" charset="-128"/>
        </a:defRPr>
      </a:lvl1pPr>
      <a:lvl2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484862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969727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454588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1939450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180141" indent="-180141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545" kern="1200">
          <a:solidFill>
            <a:schemeClr val="tx1"/>
          </a:solidFill>
          <a:latin typeface="Arial"/>
          <a:ea typeface="+mn-ea"/>
          <a:cs typeface="Arial"/>
        </a:defRPr>
      </a:lvl1pPr>
      <a:lvl2pPr marL="723926" indent="-239063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2pPr>
      <a:lvl3pPr marL="1156599" indent="-186874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3pPr>
      <a:lvl4pPr marL="1638094" indent="-183509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4pPr>
      <a:lvl5pPr marL="2121273" indent="-181825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5pPr>
      <a:lvl6pPr marL="266674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6pPr>
      <a:lvl7pPr marL="3151607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7pPr>
      <a:lvl8pPr marL="3636468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8pPr>
      <a:lvl9pPr marL="412133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1pPr>
      <a:lvl2pPr marL="484862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2pPr>
      <a:lvl3pPr marL="969727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3pPr>
      <a:lvl4pPr marL="1454588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4pPr>
      <a:lvl5pPr marL="193945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5pPr>
      <a:lvl6pPr marL="2424313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6pPr>
      <a:lvl7pPr marL="2909175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7pPr>
      <a:lvl8pPr marL="3394036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8pPr>
      <a:lvl9pPr marL="3878899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83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09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hdr="0" ftr="0" dt="0"/>
  <p:txStyles>
    <p:titleStyle>
      <a:lvl1pPr algn="l" defTabSz="484862" rtl="0" eaLnBrk="1" fontAlgn="base" hangingPunct="1">
        <a:spcBef>
          <a:spcPct val="0"/>
        </a:spcBef>
        <a:spcAft>
          <a:spcPct val="0"/>
        </a:spcAft>
        <a:defRPr kumimoji="1" sz="1909" b="0" i="0" kern="1200" spc="160" baseline="0">
          <a:solidFill>
            <a:srgbClr val="404040"/>
          </a:solidFill>
          <a:latin typeface="HGPGothicE" charset="-128"/>
          <a:ea typeface="HGPGothicE" charset="-128"/>
          <a:cs typeface="HGPGothicE" charset="-128"/>
        </a:defRPr>
      </a:lvl1pPr>
      <a:lvl2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484862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969727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454588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1939450" algn="l" defTabSz="484862" rtl="0" eaLnBrk="1" fontAlgn="base" hangingPunct="1">
        <a:spcBef>
          <a:spcPct val="0"/>
        </a:spcBef>
        <a:spcAft>
          <a:spcPct val="0"/>
        </a:spcAft>
        <a:defRPr kumimoji="1" sz="2121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180141" indent="-180141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545" kern="1200">
          <a:solidFill>
            <a:schemeClr val="tx1"/>
          </a:solidFill>
          <a:latin typeface="Arial"/>
          <a:ea typeface="+mn-ea"/>
          <a:cs typeface="Arial"/>
        </a:defRPr>
      </a:lvl1pPr>
      <a:lvl2pPr marL="723926" indent="-239063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2pPr>
      <a:lvl3pPr marL="1156599" indent="-186874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3pPr>
      <a:lvl4pPr marL="1638094" indent="-183509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4pPr>
      <a:lvl5pPr marL="2121273" indent="-181825" algn="l" defTabSz="484862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121" kern="1200">
          <a:solidFill>
            <a:schemeClr val="tx1"/>
          </a:solidFill>
          <a:latin typeface="Arial"/>
          <a:ea typeface="+mn-ea"/>
          <a:cs typeface="Arial"/>
        </a:defRPr>
      </a:lvl5pPr>
      <a:lvl6pPr marL="266674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6pPr>
      <a:lvl7pPr marL="3151607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7pPr>
      <a:lvl8pPr marL="3636468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8pPr>
      <a:lvl9pPr marL="4121332" indent="-242431" algn="l" defTabSz="484862" rtl="0" eaLnBrk="1" latinLnBrk="0" hangingPunct="1">
        <a:spcBef>
          <a:spcPct val="20000"/>
        </a:spcBef>
        <a:buFont typeface="Arial"/>
        <a:buChar char="•"/>
        <a:defRPr kumimoji="1" sz="21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1pPr>
      <a:lvl2pPr marL="484862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2pPr>
      <a:lvl3pPr marL="969727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3pPr>
      <a:lvl4pPr marL="1454588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4pPr>
      <a:lvl5pPr marL="1939450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5pPr>
      <a:lvl6pPr marL="2424313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6pPr>
      <a:lvl7pPr marL="2909175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7pPr>
      <a:lvl8pPr marL="3394036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8pPr>
      <a:lvl9pPr marL="3878899" algn="l" defTabSz="484862" rtl="0" eaLnBrk="1" latinLnBrk="0" hangingPunct="1">
        <a:defRPr kumimoji="1" sz="19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83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07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kumimoji="1"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kumimoji="1"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76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kumimoji="1"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kumimoji="1"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eb.n-bizlifestation.jp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50568" y="4810096"/>
            <a:ext cx="7642112" cy="1750192"/>
          </a:xfrm>
        </p:spPr>
        <p:txBody>
          <a:bodyPr>
            <a:noAutofit/>
          </a:bodyPr>
          <a:lstStyle/>
          <a:p>
            <a:r>
              <a:rPr lang="en-US" altLang="ja-JP" sz="3600" dirty="0"/>
              <a:t>N-Biz Life Station</a:t>
            </a:r>
            <a:r>
              <a:rPr lang="ja-JP" altLang="en-US" sz="3600" dirty="0"/>
              <a:t>新規登録方法</a:t>
            </a:r>
          </a:p>
        </p:txBody>
      </p:sp>
    </p:spTree>
    <p:extLst>
      <p:ext uri="{BB962C8B-B14F-4D97-AF65-F5344CB8AC3E}">
        <p14:creationId xmlns:p14="http://schemas.microsoft.com/office/powerpoint/2010/main" val="400105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835442" y="2663156"/>
            <a:ext cx="6128084" cy="1325563"/>
          </a:xfrm>
        </p:spPr>
        <p:txBody>
          <a:bodyPr/>
          <a:lstStyle/>
          <a:p>
            <a:r>
              <a:rPr kumimoji="1" lang="en-US" altLang="ja-JP" dirty="0"/>
              <a:t>1.</a:t>
            </a:r>
            <a:r>
              <a:rPr kumimoji="1" lang="ja-JP" altLang="en-US" dirty="0"/>
              <a:t>アカウント情報の登録</a:t>
            </a:r>
          </a:p>
        </p:txBody>
      </p:sp>
    </p:spTree>
    <p:extLst>
      <p:ext uri="{BB962C8B-B14F-4D97-AF65-F5344CB8AC3E}">
        <p14:creationId xmlns:p14="http://schemas.microsoft.com/office/powerpoint/2010/main" val="2797869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16301" y="180473"/>
            <a:ext cx="11463404" cy="553453"/>
          </a:xfrm>
        </p:spPr>
        <p:txBody>
          <a:bodyPr>
            <a:normAutofit/>
          </a:bodyPr>
          <a:lstStyle/>
          <a:p>
            <a:pPr algn="l"/>
            <a:r>
              <a:rPr lang="en-US" altLang="ja-JP" sz="2400" dirty="0">
                <a:latin typeface="+mn-ea"/>
              </a:rPr>
              <a:t>①</a:t>
            </a:r>
            <a:r>
              <a:rPr lang="ja-JP" altLang="en-US" sz="2400" dirty="0">
                <a:latin typeface="+mn-ea"/>
              </a:rPr>
              <a:t>　</a:t>
            </a:r>
            <a:r>
              <a:rPr lang="en-US" altLang="ja-JP" sz="2400" dirty="0">
                <a:latin typeface="+mn-ea"/>
                <a:ea typeface="+mn-ea"/>
                <a:hlinkClick r:id="rId2"/>
              </a:rPr>
              <a:t>https://web.n-bizlifestation.jp</a:t>
            </a:r>
            <a:r>
              <a:rPr lang="ja-JP" altLang="en-US" sz="2400" dirty="0">
                <a:latin typeface="+mn-ea"/>
                <a:ea typeface="+mn-ea"/>
              </a:rPr>
              <a:t>　にアクセスする（</a:t>
            </a:r>
            <a:r>
              <a:rPr lang="ja-JP" altLang="en-US" sz="2400" dirty="0">
                <a:latin typeface="+mn-ea"/>
              </a:rPr>
              <a:t>「</a:t>
            </a:r>
            <a:r>
              <a:rPr lang="en-US" altLang="ja-JP" sz="2400" dirty="0">
                <a:latin typeface="+mn-ea"/>
              </a:rPr>
              <a:t>N-Biz Life Station</a:t>
            </a:r>
            <a:r>
              <a:rPr lang="ja-JP" altLang="en-US" sz="2400" dirty="0">
                <a:latin typeface="+mn-ea"/>
              </a:rPr>
              <a:t>」と検索しても可</a:t>
            </a:r>
            <a:r>
              <a:rPr lang="ja-JP" altLang="en-US" sz="2400" dirty="0">
                <a:latin typeface="+mn-ea"/>
                <a:ea typeface="+mn-ea"/>
              </a:rPr>
              <a:t>）</a:t>
            </a:r>
            <a:endParaRPr kumimoji="1" lang="ja-JP" altLang="en-US" sz="2400" dirty="0">
              <a:latin typeface="+mn-ea"/>
              <a:ea typeface="+mn-ea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/>
          <a:srcRect t="8792"/>
          <a:stretch/>
        </p:blipFill>
        <p:spPr>
          <a:xfrm>
            <a:off x="423795" y="918280"/>
            <a:ext cx="11446650" cy="553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7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/>
        </p:nvPicPr>
        <p:blipFill rotWithShape="1">
          <a:blip r:embed="rId2"/>
          <a:srcRect t="8792"/>
          <a:stretch/>
        </p:blipFill>
        <p:spPr>
          <a:xfrm>
            <a:off x="547404" y="765843"/>
            <a:ext cx="11073127" cy="5350172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26168" y="0"/>
            <a:ext cx="10515600" cy="765843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②「初めて利用される方」を押下</a:t>
            </a:r>
            <a:endParaRPr kumimoji="1" lang="ja-JP" altLang="en-US" sz="2400" dirty="0"/>
          </a:p>
        </p:txBody>
      </p:sp>
      <p:sp>
        <p:nvSpPr>
          <p:cNvPr id="8" name="角丸四角形 7"/>
          <p:cNvSpPr/>
          <p:nvPr/>
        </p:nvSpPr>
        <p:spPr>
          <a:xfrm>
            <a:off x="7194885" y="2923676"/>
            <a:ext cx="1323473" cy="2767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81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/>
          <a:srcRect t="8744"/>
          <a:stretch/>
        </p:blipFill>
        <p:spPr>
          <a:xfrm>
            <a:off x="561474" y="697832"/>
            <a:ext cx="11012905" cy="574011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61474" y="124494"/>
            <a:ext cx="10515600" cy="573338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③「氏名コード」と「生年月日」を入力し、「次へ」を押下</a:t>
            </a:r>
            <a:endParaRPr kumimoji="1" lang="ja-JP" altLang="en-US" sz="2400" dirty="0"/>
          </a:p>
        </p:txBody>
      </p:sp>
      <p:sp>
        <p:nvSpPr>
          <p:cNvPr id="5" name="角丸四角形 4"/>
          <p:cNvSpPr/>
          <p:nvPr/>
        </p:nvSpPr>
        <p:spPr>
          <a:xfrm>
            <a:off x="1034717" y="1864897"/>
            <a:ext cx="4199020" cy="7700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934455" y="2634916"/>
            <a:ext cx="617619" cy="3343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吹き出し 8"/>
          <p:cNvSpPr/>
          <p:nvPr/>
        </p:nvSpPr>
        <p:spPr>
          <a:xfrm>
            <a:off x="5342019" y="1864897"/>
            <a:ext cx="2041359" cy="496661"/>
          </a:xfrm>
          <a:prstGeom prst="wedgeRoundRectCallout">
            <a:avLst>
              <a:gd name="adj1" fmla="val -66678"/>
              <a:gd name="adj2" fmla="val -17764"/>
              <a:gd name="adj3" fmla="val 16667"/>
            </a:avLst>
          </a:prstGeom>
          <a:solidFill>
            <a:sysClr val="window" lastClr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2000" dirty="0">
                <a:solidFill>
                  <a:sysClr val="windowText" lastClr="000000"/>
                </a:solidFill>
              </a:rPr>
              <a:t>健保番号と同じ</a:t>
            </a:r>
          </a:p>
        </p:txBody>
      </p:sp>
    </p:spTree>
    <p:extLst>
      <p:ext uri="{BB962C8B-B14F-4D97-AF65-F5344CB8AC3E}">
        <p14:creationId xmlns:p14="http://schemas.microsoft.com/office/powerpoint/2010/main" val="250111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2"/>
          <a:srcRect t="7589"/>
          <a:stretch/>
        </p:blipFill>
        <p:spPr>
          <a:xfrm>
            <a:off x="441157" y="665007"/>
            <a:ext cx="9963946" cy="5952372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41157" y="151564"/>
            <a:ext cx="10515600" cy="597401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④メールアドレスを登録する</a:t>
            </a:r>
            <a:endParaRPr kumimoji="1" lang="ja-JP" altLang="en-US" sz="2400" dirty="0"/>
          </a:p>
        </p:txBody>
      </p:sp>
      <p:sp>
        <p:nvSpPr>
          <p:cNvPr id="5" name="角丸四角形 4"/>
          <p:cNvSpPr/>
          <p:nvPr/>
        </p:nvSpPr>
        <p:spPr>
          <a:xfrm>
            <a:off x="655721" y="5902715"/>
            <a:ext cx="782052" cy="241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吹き出し 5"/>
          <p:cNvSpPr/>
          <p:nvPr/>
        </p:nvSpPr>
        <p:spPr>
          <a:xfrm>
            <a:off x="3801980" y="1395663"/>
            <a:ext cx="8217568" cy="2127026"/>
          </a:xfrm>
          <a:prstGeom prst="wedgeRoundRectCallout">
            <a:avLst>
              <a:gd name="adj1" fmla="val -49723"/>
              <a:gd name="adj2" fmla="val 3209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800" b="1" dirty="0">
                <a:solidFill>
                  <a:sysClr val="windowText" lastClr="000000"/>
                </a:solidFill>
                <a:latin typeface="+mn-ea"/>
              </a:rPr>
              <a:t>・スミスのアドレスを使用する場合は「メールアドレス変更」</a:t>
            </a:r>
            <a:endParaRPr kumimoji="1" lang="en-US" altLang="ja-JP" sz="1800" b="1" dirty="0">
              <a:solidFill>
                <a:sysClr val="windowText" lastClr="000000"/>
              </a:solidFill>
              <a:latin typeface="+mn-ea"/>
            </a:endParaRPr>
          </a:p>
          <a:p>
            <a:r>
              <a:rPr lang="en-US" altLang="ja-JP" sz="1800" b="1" dirty="0">
                <a:solidFill>
                  <a:srgbClr val="FF0000"/>
                </a:solidFill>
                <a:latin typeface="+mn-ea"/>
              </a:rPr>
              <a:t>※</a:t>
            </a:r>
            <a:r>
              <a:rPr lang="ja-JP" altLang="en-US" sz="1800" dirty="0">
                <a:solidFill>
                  <a:srgbClr val="FF0000"/>
                </a:solidFill>
                <a:latin typeface="+mn-ea"/>
              </a:rPr>
              <a:t>お客様先に常駐している方以外は、スミスのメールアドレスを登録してください。</a:t>
            </a:r>
          </a:p>
          <a:p>
            <a:endParaRPr lang="en-US" altLang="ja-JP" sz="1800" b="1" dirty="0">
              <a:solidFill>
                <a:sysClr val="windowText" lastClr="000000"/>
              </a:solidFill>
              <a:latin typeface="+mn-ea"/>
            </a:endParaRPr>
          </a:p>
          <a:p>
            <a:r>
              <a:rPr lang="ja-JP" altLang="en-US" sz="1800" b="1" dirty="0">
                <a:solidFill>
                  <a:sysClr val="windowText" lastClr="000000"/>
                </a:solidFill>
                <a:latin typeface="+mn-ea"/>
              </a:rPr>
              <a:t>・自宅等スミス以外のアドレスを使用したい場合は「社員用以外のメールアドレス」</a:t>
            </a:r>
            <a:endParaRPr lang="en-US" altLang="ja-JP" sz="1800" b="1" dirty="0">
              <a:solidFill>
                <a:sysClr val="windowText" lastClr="000000"/>
              </a:solidFill>
              <a:latin typeface="+mn-ea"/>
            </a:endParaRPr>
          </a:p>
          <a:p>
            <a:r>
              <a:rPr lang="en-US" altLang="ja-JP" sz="1800" b="1" dirty="0">
                <a:solidFill>
                  <a:srgbClr val="FF0000"/>
                </a:solidFill>
                <a:latin typeface="+mn-ea"/>
              </a:rPr>
              <a:t>※</a:t>
            </a:r>
            <a:r>
              <a:rPr lang="ja-JP" altLang="en-US" sz="1800" dirty="0">
                <a:solidFill>
                  <a:srgbClr val="FF0000"/>
                </a:solidFill>
                <a:latin typeface="+mn-ea"/>
              </a:rPr>
              <a:t>会社用とは異なるメールアドレスを登録するため、認証に少々お時間をいただく場合がございます。</a:t>
            </a:r>
            <a:endParaRPr lang="en-US" altLang="ja-JP" sz="1800" dirty="0">
              <a:solidFill>
                <a:srgbClr val="FF0000"/>
              </a:solidFill>
              <a:latin typeface="+mn-ea"/>
            </a:endParaRPr>
          </a:p>
          <a:p>
            <a:endParaRPr lang="en-US" altLang="ja-JP" sz="1800" dirty="0">
              <a:solidFill>
                <a:srgbClr val="FF0000"/>
              </a:solidFill>
              <a:latin typeface="+mn-ea"/>
            </a:endParaRPr>
          </a:p>
          <a:p>
            <a:endParaRPr lang="ja-JP" altLang="en-US" sz="1600" b="1" dirty="0">
              <a:solidFill>
                <a:sysClr val="windowText" lastClr="000000"/>
              </a:solidFill>
              <a:latin typeface="+mn-ea"/>
            </a:endParaRPr>
          </a:p>
          <a:p>
            <a:pPr marL="457200" indent="-457200" algn="l">
              <a:buAutoNum type="arabicPeriod"/>
            </a:pPr>
            <a:endParaRPr kumimoji="1" lang="ja-JP" altLang="en-US" sz="2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188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223" y="845218"/>
            <a:ext cx="5504576" cy="5858027"/>
          </a:xfrm>
          <a:prstGeom prst="rect">
            <a:avLst/>
          </a:prstGeom>
        </p:spPr>
      </p:pic>
      <p:sp>
        <p:nvSpPr>
          <p:cNvPr id="5" name="タイトル 1"/>
          <p:cNvSpPr>
            <a:spLocks noGrp="1"/>
          </p:cNvSpPr>
          <p:nvPr>
            <p:ph type="title"/>
          </p:nvPr>
        </p:nvSpPr>
        <p:spPr>
          <a:xfrm>
            <a:off x="441157" y="151564"/>
            <a:ext cx="10515600" cy="597401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⑤アドレスが認証されるとメールが届きます（下記参照）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3136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4589" y="220746"/>
            <a:ext cx="10515600" cy="657559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⑥届いたメールよりログインし、パスワード・秘密の質問を設定</a:t>
            </a:r>
            <a:endParaRPr kumimoji="1" lang="ja-JP" altLang="en-US" sz="24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/>
          <a:srcRect t="7797"/>
          <a:stretch/>
        </p:blipFill>
        <p:spPr>
          <a:xfrm>
            <a:off x="996879" y="697831"/>
            <a:ext cx="9011515" cy="468805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4"/>
          <a:srcRect t="66017"/>
          <a:stretch/>
        </p:blipFill>
        <p:spPr>
          <a:xfrm>
            <a:off x="996879" y="5146410"/>
            <a:ext cx="9011515" cy="1603307"/>
          </a:xfrm>
          <a:prstGeom prst="rect">
            <a:avLst/>
          </a:prstGeom>
        </p:spPr>
      </p:pic>
      <p:sp>
        <p:nvSpPr>
          <p:cNvPr id="7" name="角丸四角形 6"/>
          <p:cNvSpPr/>
          <p:nvPr/>
        </p:nvSpPr>
        <p:spPr>
          <a:xfrm>
            <a:off x="1341521" y="6251630"/>
            <a:ext cx="679784" cy="2574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29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ph type="title"/>
          </p:nvPr>
        </p:nvSpPr>
        <p:spPr>
          <a:xfrm>
            <a:off x="441157" y="151564"/>
            <a:ext cx="10515600" cy="597401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⑦パスワード・秘密の質問が登録されるとメールが届きます（下記参照）</a:t>
            </a:r>
            <a:endParaRPr kumimoji="1" lang="ja-JP" altLang="en-US" sz="2400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506" y="953502"/>
            <a:ext cx="5149515" cy="5480168"/>
          </a:xfrm>
          <a:prstGeom prst="rect">
            <a:avLst/>
          </a:prstGeom>
        </p:spPr>
      </p:pic>
      <p:sp>
        <p:nvSpPr>
          <p:cNvPr id="7" name="角丸四角形吹き出し 6"/>
          <p:cNvSpPr/>
          <p:nvPr/>
        </p:nvSpPr>
        <p:spPr>
          <a:xfrm>
            <a:off x="6629401" y="5883442"/>
            <a:ext cx="5005137" cy="649705"/>
          </a:xfrm>
          <a:prstGeom prst="wedgeRoundRectCallout">
            <a:avLst>
              <a:gd name="adj1" fmla="val -49723"/>
              <a:gd name="adj2" fmla="val 3209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400" b="1" dirty="0">
                <a:solidFill>
                  <a:sysClr val="windowText" lastClr="000000"/>
                </a:solidFill>
                <a:latin typeface="+mn-ea"/>
              </a:rPr>
              <a:t>以上でアカウントの設定は完了です</a:t>
            </a:r>
            <a:endParaRPr lang="ja-JP" altLang="en-US" sz="2400" b="1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411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835441" y="2663156"/>
            <a:ext cx="7872315" cy="1325563"/>
          </a:xfrm>
        </p:spPr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</a:t>
            </a:r>
            <a:r>
              <a:rPr lang="ja-JP" altLang="en-US" dirty="0"/>
              <a:t>メールアドレス登録方法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6649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716"/>
          </a:xfrm>
        </p:spPr>
        <p:txBody>
          <a:bodyPr>
            <a:normAutofit/>
          </a:bodyPr>
          <a:lstStyle/>
          <a:p>
            <a:r>
              <a:rPr kumimoji="1" lang="ja-JP" altLang="en-US" sz="2400" dirty="0"/>
              <a:t>①先ほど設定したログイン</a:t>
            </a:r>
            <a:r>
              <a:rPr kumimoji="1" lang="en-US" altLang="ja-JP" sz="2400" dirty="0"/>
              <a:t>ID</a:t>
            </a:r>
            <a:r>
              <a:rPr kumimoji="1" lang="ja-JP" altLang="en-US" sz="2400" dirty="0"/>
              <a:t>とパスワードを使ってログインする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t="8709"/>
          <a:stretch/>
        </p:blipFill>
        <p:spPr>
          <a:xfrm>
            <a:off x="961307" y="1082842"/>
            <a:ext cx="10269385" cy="5564044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3066836" y="1800558"/>
            <a:ext cx="3213648" cy="22781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76273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93821" y="313088"/>
            <a:ext cx="10515600" cy="585370"/>
          </a:xfrm>
        </p:spPr>
        <p:txBody>
          <a:bodyPr>
            <a:normAutofit/>
          </a:bodyPr>
          <a:lstStyle/>
          <a:p>
            <a:r>
              <a:rPr kumimoji="1" lang="ja-JP" altLang="en-US" sz="2400" dirty="0"/>
              <a:t>②右上の「ヘルスケア」を押下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t="8005"/>
          <a:stretch/>
        </p:blipFill>
        <p:spPr>
          <a:xfrm>
            <a:off x="785512" y="1000243"/>
            <a:ext cx="11028088" cy="5508841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10783324" y="1653912"/>
            <a:ext cx="1030276" cy="3433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3667280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80" y="994017"/>
            <a:ext cx="10219867" cy="5630678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7030551" y="3028014"/>
            <a:ext cx="1873607" cy="3747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1013080" y="194224"/>
            <a:ext cx="10514356" cy="935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>
                <a:solidFill>
                  <a:prstClr val="black"/>
                </a:solidFill>
                <a:latin typeface="Calibri Light" panose="020F0302020204030204"/>
                <a:ea typeface="ＭＳ Ｐゴシック" panose="020B0600070205080204" pitchFamily="50" charset="-128"/>
              </a:rPr>
              <a:t>③</a:t>
            </a:r>
            <a:r>
              <a:rPr lang="en-US" altLang="ja-JP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HealthDataBank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へ連携されるので、下記「メールアドレス登録」から</a:t>
            </a:r>
            <a:b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メールアドレスを登録してください。</a:t>
            </a:r>
          </a:p>
        </p:txBody>
      </p:sp>
      <p:sp>
        <p:nvSpPr>
          <p:cNvPr id="7" name="角丸四角形吹き出し 6"/>
          <p:cNvSpPr/>
          <p:nvPr/>
        </p:nvSpPr>
        <p:spPr>
          <a:xfrm>
            <a:off x="6415790" y="5838472"/>
            <a:ext cx="5619899" cy="649705"/>
          </a:xfrm>
          <a:prstGeom prst="wedgeRoundRectCallout">
            <a:avLst>
              <a:gd name="adj1" fmla="val -49723"/>
              <a:gd name="adj2" fmla="val 3209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400" b="1" dirty="0">
                <a:solidFill>
                  <a:sysClr val="windowText" lastClr="000000"/>
                </a:solidFill>
                <a:latin typeface="+mn-ea"/>
              </a:rPr>
              <a:t>以上でメールアドレスの設定は完了です</a:t>
            </a:r>
            <a:endParaRPr lang="ja-JP" altLang="en-US" sz="2400" b="1" dirty="0">
              <a:solidFill>
                <a:sysClr val="windowText" lastClr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1100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表紙">
  <a:themeElements>
    <a:clrScheme name="NTT DATA Image Colors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Recommended Typeface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>
              <a:lumMod val="75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_Template_A4_JP[読み取り専用]" id="{7D8511DD-9A4B-41E3-9D6F-93E1008AAF66}" vid="{8077D716-DB13-4578-8226-ABFEACD7A6C2}"/>
    </a:ext>
  </a:extLst>
</a:theme>
</file>

<file path=ppt/theme/theme3.xml><?xml version="1.0" encoding="utf-8"?>
<a:theme xmlns:a="http://schemas.openxmlformats.org/drawingml/2006/main" name="1_表紙">
  <a:themeElements>
    <a:clrScheme name="NTT DATA Image Colors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Recommended Typeface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>
              <a:lumMod val="75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_Template_A4_JP[読み取り専用]" id="{7D8511DD-9A4B-41E3-9D6F-93E1008AAF66}" vid="{8077D716-DB13-4578-8226-ABFEACD7A6C2}"/>
    </a:ext>
  </a:extLst>
</a:theme>
</file>

<file path=ppt/theme/theme4.xml><?xml version="1.0" encoding="utf-8"?>
<a:theme xmlns:a="http://schemas.openxmlformats.org/drawingml/2006/main" name="レイアウト">
  <a:themeElements>
    <a:clrScheme name="NTT DATA Image Colors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Recommended Typeface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A4_JP[読み取り専用]" id="{7D8511DD-9A4B-41E3-9D6F-93E1008AAF66}" vid="{BB05D6C6-C09A-4DC0-91C1-9971F289C393}"/>
    </a:ext>
  </a:extLst>
</a:theme>
</file>

<file path=ppt/theme/theme5.xml><?xml version="1.0" encoding="utf-8"?>
<a:theme xmlns:a="http://schemas.openxmlformats.org/drawingml/2006/main" name="1_レイアウト">
  <a:themeElements>
    <a:clrScheme name="NTT DATA Image Colors">
      <a:dk1>
        <a:srgbClr val="404040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Recommended Typeface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A4_JP[読み取り専用]" id="{7D8511DD-9A4B-41E3-9D6F-93E1008AAF66}" vid="{BB05D6C6-C09A-4DC0-91C1-9971F289C393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253</Words>
  <Application>Microsoft Office PowerPoint</Application>
  <PresentationFormat>ワイド画面</PresentationFormat>
  <Paragraphs>23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5</vt:i4>
      </vt:variant>
      <vt:variant>
        <vt:lpstr>スライド タイトル</vt:lpstr>
      </vt:variant>
      <vt:variant>
        <vt:i4>13</vt:i4>
      </vt:variant>
    </vt:vector>
  </HeadingPairs>
  <TitlesOfParts>
    <vt:vector size="26" baseType="lpstr">
      <vt:lpstr>HGPGothicE</vt:lpstr>
      <vt:lpstr>HGP創英角ｺﾞｼｯｸUB</vt:lpstr>
      <vt:lpstr>Meiryo UI</vt:lpstr>
      <vt:lpstr>ＭＳ Ｐゴシック</vt:lpstr>
      <vt:lpstr>ＭＳ ゴシック</vt:lpstr>
      <vt:lpstr>Arial</vt:lpstr>
      <vt:lpstr>Calibri</vt:lpstr>
      <vt:lpstr>Calibri Light</vt:lpstr>
      <vt:lpstr>Office テーマ</vt:lpstr>
      <vt:lpstr>表紙</vt:lpstr>
      <vt:lpstr>1_表紙</vt:lpstr>
      <vt:lpstr>レイアウト</vt:lpstr>
      <vt:lpstr>1_レイアウト</vt:lpstr>
      <vt:lpstr>N-Biz Life Station新規登録方法</vt:lpstr>
      <vt:lpstr>1.アカウント情報の登録</vt:lpstr>
      <vt:lpstr>①　https://web.n-bizlifestation.jp　にアクセスする（「N-Biz Life Station」と検索しても可）</vt:lpstr>
      <vt:lpstr>②「初めて利用される方」を押下</vt:lpstr>
      <vt:lpstr>③「氏名コード」と「生年月日」を入力し、「次へ」を押下</vt:lpstr>
      <vt:lpstr>④メールアドレスを登録する</vt:lpstr>
      <vt:lpstr>⑤アドレスが認証されるとメールが届きます（下記参照）</vt:lpstr>
      <vt:lpstr>⑥届いたメールよりログインし、パスワード・秘密の質問を設定</vt:lpstr>
      <vt:lpstr>⑦パスワード・秘密の質問が登録されるとメールが届きます（下記参照）</vt:lpstr>
      <vt:lpstr>2.メールアドレス登録方法</vt:lpstr>
      <vt:lpstr>①先ほど設定したログインIDとパスワードを使ってログインする</vt:lpstr>
      <vt:lpstr>②右上の「ヘルスケア」を押下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【参考】インターネットサイトからのログイン方法(新規利用時)  ①https://web.n-bizlifestation.jpにアクセス。(「N-Biz Life Station」と検索しても可)  </dc:title>
  <dc:creator>池住 真紀</dc:creator>
  <cp:lastModifiedBy>池住 真紀</cp:lastModifiedBy>
  <cp:revision>14</cp:revision>
  <dcterms:created xsi:type="dcterms:W3CDTF">2019-10-29T02:25:06Z</dcterms:created>
  <dcterms:modified xsi:type="dcterms:W3CDTF">2022-06-09T01:15:43Z</dcterms:modified>
</cp:coreProperties>
</file>